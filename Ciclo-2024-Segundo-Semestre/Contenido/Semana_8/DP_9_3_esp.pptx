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9AA116F-51E9-4D7C-A7E7-484E17ED40EF}">
  <a:tblStyle styleId="{99AA116F-51E9-4D7C-A7E7-484E17ED40EF}"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schemas.openxmlformats.org/officeDocument/2006/relationships/slide" Target="slides/slide19.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 name="Google Shape;58;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0" name="Google Shape;70;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7" name="Google Shape;107;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6" name="Google Shape;116;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9" name="Google Shape;139;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2" name="Google Shape;162;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13:59:09</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tabla job_history contiene 10  filas, por lo que, cuando se agrega a  las 20 filas de la tabla  employees,                                 se devuelven 30 filas. Las filas  con valores NULL para hire_date  proceden de la tabla job_history.</a:t>
            </a:r>
            <a:endParaRPr/>
          </a:p>
        </p:txBody>
      </p:sp>
      <p:sp>
        <p:nvSpPr>
          <p:cNvPr id="224" name="Google Shape;224;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4" name="Google Shape;234;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13:59:10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Para facilitar la lectura, solo  se muestra parte del resultado  de la consulta.</a:t>
            </a:r>
            <a:endParaRPr/>
          </a:p>
        </p:txBody>
      </p:sp>
      <p:sp>
        <p:nvSpPr>
          <p:cNvPr id="253" name="Google Shape;253;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13:59:10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Como las cabeceras de columna  de la salida de la consulta se  obtienen de la primera consulta,  se les han proporcionado alias  con el mismo nombre que las  columnas coincidentes de la  segunda consulta. </a:t>
            </a:r>
            <a:endParaRPr/>
          </a:p>
        </p:txBody>
      </p:sp>
      <p:sp>
        <p:nvSpPr>
          <p:cNvPr id="263" name="Google Shape;263;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2020-08-14 13:59:11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Nota: Para facilitar la lectura, solo  se muestra parte del resultado  de la consulta.</a:t>
            </a:r>
            <a:endParaRPr/>
          </a:p>
        </p:txBody>
      </p:sp>
      <p:sp>
        <p:nvSpPr>
          <p:cNvPr id="273" name="Google Shape;273;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13"/>
          <p:cNvSpPr txBox="1"/>
          <p:nvPr>
            <p:ph type="title"/>
          </p:nvPr>
        </p:nvSpPr>
        <p:spPr>
          <a:xfrm>
            <a:off x="958315" y="862895"/>
            <a:ext cx="7227300" cy="13425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48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531925" y="1640814"/>
            <a:ext cx="8086800" cy="42342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a:solidFill>
                  <a:schemeClr val="dk1"/>
                </a:solidFill>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53" name="Google Shape;53;p13"/>
          <p:cNvSpPr txBox="1"/>
          <p:nvPr>
            <p:ph idx="11" type="ftr"/>
          </p:nvPr>
        </p:nvSpPr>
        <p:spPr>
          <a:xfrm>
            <a:off x="5172119" y="6589648"/>
            <a:ext cx="3222000" cy="1341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13"/>
          <p:cNvSpPr txBox="1"/>
          <p:nvPr>
            <p:ph idx="10" type="dt"/>
          </p:nvPr>
        </p:nvSpPr>
        <p:spPr>
          <a:xfrm>
            <a:off x="2874191" y="6516395"/>
            <a:ext cx="1206000" cy="2496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1400"/>
              <a:buNone/>
              <a:defRPr b="0" i="0" sz="850">
                <a:solidFill>
                  <a:srgbClr val="4E3629"/>
                </a:solidFill>
                <a:latin typeface="Calibri"/>
                <a:ea typeface="Calibri"/>
                <a:cs typeface="Calibri"/>
                <a:sym typeface="Calibri"/>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1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lvl1pPr indent="0" lvl="0" marL="38100" marR="0" algn="l">
              <a:lnSpc>
                <a:spcPct val="104500"/>
              </a:lnSpc>
              <a:spcBef>
                <a:spcPts val="0"/>
              </a:spcBef>
              <a:buNone/>
              <a:defRPr b="1" i="0" sz="1000">
                <a:solidFill>
                  <a:srgbClr val="4E3629"/>
                </a:solidFill>
                <a:latin typeface="Calibri"/>
                <a:ea typeface="Calibri"/>
                <a:cs typeface="Calibri"/>
                <a:sym typeface="Calibri"/>
              </a:defRPr>
            </a:lvl1pPr>
            <a:lvl2pPr indent="0" lvl="1" marL="38100" marR="0" algn="l">
              <a:lnSpc>
                <a:spcPct val="104500"/>
              </a:lnSpc>
              <a:spcBef>
                <a:spcPts val="0"/>
              </a:spcBef>
              <a:buNone/>
              <a:defRPr b="1" i="0" sz="1000">
                <a:solidFill>
                  <a:srgbClr val="4E3629"/>
                </a:solidFill>
                <a:latin typeface="Calibri"/>
                <a:ea typeface="Calibri"/>
                <a:cs typeface="Calibri"/>
                <a:sym typeface="Calibri"/>
              </a:defRPr>
            </a:lvl2pPr>
            <a:lvl3pPr indent="0" lvl="2" marL="38100" marR="0" algn="l">
              <a:lnSpc>
                <a:spcPct val="104500"/>
              </a:lnSpc>
              <a:spcBef>
                <a:spcPts val="0"/>
              </a:spcBef>
              <a:buNone/>
              <a:defRPr b="1" i="0" sz="1000">
                <a:solidFill>
                  <a:srgbClr val="4E3629"/>
                </a:solidFill>
                <a:latin typeface="Calibri"/>
                <a:ea typeface="Calibri"/>
                <a:cs typeface="Calibri"/>
                <a:sym typeface="Calibri"/>
              </a:defRPr>
            </a:lvl3pPr>
            <a:lvl4pPr indent="0" lvl="3" marL="38100" marR="0" algn="l">
              <a:lnSpc>
                <a:spcPct val="104500"/>
              </a:lnSpc>
              <a:spcBef>
                <a:spcPts val="0"/>
              </a:spcBef>
              <a:buNone/>
              <a:defRPr b="1" i="0" sz="1000">
                <a:solidFill>
                  <a:srgbClr val="4E3629"/>
                </a:solidFill>
                <a:latin typeface="Calibri"/>
                <a:ea typeface="Calibri"/>
                <a:cs typeface="Calibri"/>
                <a:sym typeface="Calibri"/>
              </a:defRPr>
            </a:lvl4pPr>
            <a:lvl5pPr indent="0" lvl="4" marL="38100" marR="0" algn="l">
              <a:lnSpc>
                <a:spcPct val="104500"/>
              </a:lnSpc>
              <a:spcBef>
                <a:spcPts val="0"/>
              </a:spcBef>
              <a:buNone/>
              <a:defRPr b="1" i="0" sz="1000">
                <a:solidFill>
                  <a:srgbClr val="4E3629"/>
                </a:solidFill>
                <a:latin typeface="Calibri"/>
                <a:ea typeface="Calibri"/>
                <a:cs typeface="Calibri"/>
                <a:sym typeface="Calibri"/>
              </a:defRPr>
            </a:lvl5pPr>
            <a:lvl6pPr indent="0" lvl="5" marL="38100" marR="0" algn="l">
              <a:lnSpc>
                <a:spcPct val="104500"/>
              </a:lnSpc>
              <a:spcBef>
                <a:spcPts val="0"/>
              </a:spcBef>
              <a:buNone/>
              <a:defRPr b="1" i="0" sz="1000">
                <a:solidFill>
                  <a:srgbClr val="4E3629"/>
                </a:solidFill>
                <a:latin typeface="Calibri"/>
                <a:ea typeface="Calibri"/>
                <a:cs typeface="Calibri"/>
                <a:sym typeface="Calibri"/>
              </a:defRPr>
            </a:lvl6pPr>
            <a:lvl7pPr indent="0" lvl="6" marL="38100" marR="0" algn="l">
              <a:lnSpc>
                <a:spcPct val="104500"/>
              </a:lnSpc>
              <a:spcBef>
                <a:spcPts val="0"/>
              </a:spcBef>
              <a:buNone/>
              <a:defRPr b="1" i="0" sz="1000">
                <a:solidFill>
                  <a:srgbClr val="4E3629"/>
                </a:solidFill>
                <a:latin typeface="Calibri"/>
                <a:ea typeface="Calibri"/>
                <a:cs typeface="Calibri"/>
                <a:sym typeface="Calibri"/>
              </a:defRPr>
            </a:lvl7pPr>
            <a:lvl8pPr indent="0" lvl="7" marL="38100" marR="0" algn="l">
              <a:lnSpc>
                <a:spcPct val="104500"/>
              </a:lnSpc>
              <a:spcBef>
                <a:spcPts val="0"/>
              </a:spcBef>
              <a:buNone/>
              <a:defRPr b="1" i="0" sz="1000">
                <a:solidFill>
                  <a:srgbClr val="4E3629"/>
                </a:solidFill>
                <a:latin typeface="Calibri"/>
                <a:ea typeface="Calibri"/>
                <a:cs typeface="Calibri"/>
                <a:sym typeface="Calibri"/>
              </a:defRPr>
            </a:lvl8pPr>
            <a:lvl9pPr indent="0" lvl="8" marL="38100" marR="0" algn="l">
              <a:lnSpc>
                <a:spcPct val="104500"/>
              </a:lnSpc>
              <a:spcBef>
                <a:spcPts val="0"/>
              </a:spcBef>
              <a:buNone/>
              <a:defRPr b="1" i="0" sz="1000">
                <a:solidFill>
                  <a:srgbClr val="4E3629"/>
                </a:solidFill>
                <a:latin typeface="Calibri"/>
                <a:ea typeface="Calibri"/>
                <a:cs typeface="Calibri"/>
                <a:sym typeface="Calibri"/>
              </a:defRPr>
            </a:lvl9pPr>
          </a:lstStyle>
          <a:p>
            <a:pPr indent="0" lvl="0" marL="38100" rtl="0" algn="l">
              <a:spcBef>
                <a:spcPts val="0"/>
              </a:spcBef>
              <a:spcAft>
                <a:spcPts val="0"/>
              </a:spcAft>
              <a:buNone/>
            </a:pPr>
            <a:fld id="{00000000-1234-1234-1234-123412341234}" type="slidenum">
              <a:rPr lang="en-US"/>
              <a:t>‹#›</a:t>
            </a:fld>
            <a:endParaRPr b="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 Id="rId4" Type="http://schemas.openxmlformats.org/officeDocument/2006/relationships/image" Target="../media/image2.png"/><Relationship Id="rId5"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4.png"/><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9" name="Shape 59"/>
        <p:cNvGrpSpPr/>
        <p:nvPr/>
      </p:nvGrpSpPr>
      <p:grpSpPr>
        <a:xfrm>
          <a:off x="0" y="0"/>
          <a:ext cx="0" cy="0"/>
          <a:chOff x="0" y="0"/>
          <a:chExt cx="0" cy="0"/>
        </a:xfrm>
      </p:grpSpPr>
      <p:grpSp>
        <p:nvGrpSpPr>
          <p:cNvPr id="60" name="Google Shape;60;p14"/>
          <p:cNvGrpSpPr/>
          <p:nvPr/>
        </p:nvGrpSpPr>
        <p:grpSpPr>
          <a:xfrm>
            <a:off x="0" y="0"/>
            <a:ext cx="9144000" cy="6858000"/>
            <a:chOff x="0" y="0"/>
            <a:chExt cx="9144000" cy="6858000"/>
          </a:xfrm>
        </p:grpSpPr>
        <p:pic>
          <p:nvPicPr>
            <p:cNvPr id="61" name="Google Shape;61;p14"/>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62" name="Google Shape;62;p14"/>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pic>
          <p:nvPicPr>
            <p:cNvPr id="63" name="Google Shape;63;p14"/>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64" name="Google Shape;64;p14"/>
          <p:cNvSpPr txBox="1"/>
          <p:nvPr/>
        </p:nvSpPr>
        <p:spPr>
          <a:xfrm>
            <a:off x="5057819" y="6562597"/>
            <a:ext cx="3221990" cy="155575"/>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65" name="Google Shape;65;p14"/>
          <p:cNvSpPr txBox="1"/>
          <p:nvPr>
            <p:ph type="title"/>
          </p:nvPr>
        </p:nvSpPr>
        <p:spPr>
          <a:xfrm>
            <a:off x="958315" y="862895"/>
            <a:ext cx="72273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a:t>Database Programming with  SQL</a:t>
            </a:r>
            <a:endParaRPr/>
          </a:p>
        </p:txBody>
      </p:sp>
      <p:sp>
        <p:nvSpPr>
          <p:cNvPr id="66" name="Google Shape;66;p14"/>
          <p:cNvSpPr txBox="1"/>
          <p:nvPr/>
        </p:nvSpPr>
        <p:spPr>
          <a:xfrm>
            <a:off x="962879" y="2400950"/>
            <a:ext cx="3390265" cy="888365"/>
          </a:xfrm>
          <a:prstGeom prst="rect">
            <a:avLst/>
          </a:prstGeom>
          <a:noFill/>
          <a:ln>
            <a:noFill/>
          </a:ln>
        </p:spPr>
        <p:txBody>
          <a:bodyPr anchorCtr="0" anchor="t" bIns="0" lIns="0" spcFirstLastPara="1" rIns="0" wrap="square" tIns="78100">
            <a:spAutoFit/>
          </a:bodyPr>
          <a:lstStyle/>
          <a:p>
            <a:pPr indent="0" lvl="0" marL="12700" marR="0" rtl="0" algn="l">
              <a:lnSpc>
                <a:spcPct val="100000"/>
              </a:lnSpc>
              <a:spcBef>
                <a:spcPts val="0"/>
              </a:spcBef>
              <a:spcAft>
                <a:spcPts val="0"/>
              </a:spcAft>
              <a:buNone/>
            </a:pPr>
            <a:r>
              <a:rPr b="1" lang="en-US" sz="2400">
                <a:solidFill>
                  <a:srgbClr val="4E3629"/>
                </a:solidFill>
                <a:latin typeface="Calibri"/>
                <a:ea typeface="Calibri"/>
                <a:cs typeface="Calibri"/>
                <a:sym typeface="Calibri"/>
              </a:rPr>
              <a:t>9-3</a:t>
            </a:r>
            <a:endParaRPr sz="2400">
              <a:latin typeface="Calibri"/>
              <a:ea typeface="Calibri"/>
              <a:cs typeface="Calibri"/>
              <a:sym typeface="Calibri"/>
            </a:endParaRPr>
          </a:p>
          <a:p>
            <a:pPr indent="0" lvl="0" marL="12700" marR="0" rtl="0" algn="l">
              <a:lnSpc>
                <a:spcPct val="100000"/>
              </a:lnSpc>
              <a:spcBef>
                <a:spcPts val="515"/>
              </a:spcBef>
              <a:spcAft>
                <a:spcPts val="0"/>
              </a:spcAft>
              <a:buNone/>
            </a:pPr>
            <a:r>
              <a:rPr b="1" lang="en-US" sz="2400">
                <a:solidFill>
                  <a:srgbClr val="4E3629"/>
                </a:solidFill>
                <a:latin typeface="Calibri"/>
                <a:ea typeface="Calibri"/>
                <a:cs typeface="Calibri"/>
                <a:sym typeface="Calibri"/>
              </a:rPr>
              <a:t>Uso de los Operadores SET</a:t>
            </a:r>
            <a:endParaRPr sz="2400">
              <a:latin typeface="Calibri"/>
              <a:ea typeface="Calibri"/>
              <a:cs typeface="Calibri"/>
              <a:sym typeface="Calibri"/>
            </a:endParaRPr>
          </a:p>
        </p:txBody>
      </p:sp>
      <p:pic>
        <p:nvPicPr>
          <p:cNvPr id="67" name="Google Shape;67;p14"/>
          <p:cNvPicPr preferRelativeResize="0"/>
          <p:nvPr/>
        </p:nvPicPr>
        <p:blipFill rotWithShape="1">
          <a:blip r:embed="rId5">
            <a:alphaModFix/>
          </a:blip>
          <a:srcRect b="0" l="0" r="0" t="0"/>
          <a:stretch/>
        </p:blipFill>
        <p:spPr>
          <a:xfrm>
            <a:off x="-324600" y="3347350"/>
            <a:ext cx="3679875" cy="3510650"/>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5"/>
          <p:cNvSpPr txBox="1"/>
          <p:nvPr>
            <p:ph type="title"/>
          </p:nvPr>
        </p:nvSpPr>
        <p:spPr>
          <a:xfrm>
            <a:off x="392112" y="748031"/>
            <a:ext cx="1636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Objetivos</a:t>
            </a:r>
            <a:endParaRPr sz="3300"/>
          </a:p>
        </p:txBody>
      </p:sp>
      <p:sp>
        <p:nvSpPr>
          <p:cNvPr id="73" name="Google Shape;73;p15"/>
          <p:cNvSpPr txBox="1"/>
          <p:nvPr/>
        </p:nvSpPr>
        <p:spPr>
          <a:xfrm>
            <a:off x="483552" y="1393401"/>
            <a:ext cx="7525384" cy="2275840"/>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0" lvl="0" marL="355600" marR="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y explicar el objetivo de los operadores SET</a:t>
            </a:r>
            <a:endParaRPr sz="2400">
              <a:latin typeface="Calibri"/>
              <a:ea typeface="Calibri"/>
              <a:cs typeface="Calibri"/>
              <a:sym typeface="Calibri"/>
            </a:endParaRPr>
          </a:p>
          <a:p>
            <a:pPr indent="-175260" lvl="0" marL="530860" marR="123189"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un operador SET para combinar varias consultas  en una sola</a:t>
            </a:r>
            <a:endParaRPr sz="2400">
              <a:latin typeface="Calibri"/>
              <a:ea typeface="Calibri"/>
              <a:cs typeface="Calibri"/>
              <a:sym typeface="Calibri"/>
            </a:endParaRPr>
          </a:p>
          <a:p>
            <a:pPr indent="-175260" lvl="0" marL="530860" marR="50482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Controlar el orden de las filas devueltas al utilizar los  operadores SET</a:t>
            </a:r>
            <a:endParaRPr sz="2400">
              <a:latin typeface="Calibri"/>
              <a:ea typeface="Calibri"/>
              <a:cs typeface="Calibri"/>
              <a:sym typeface="Calibri"/>
            </a:endParaRPr>
          </a:p>
        </p:txBody>
      </p:sp>
      <p:grpSp>
        <p:nvGrpSpPr>
          <p:cNvPr id="74" name="Google Shape;74;p15"/>
          <p:cNvGrpSpPr/>
          <p:nvPr/>
        </p:nvGrpSpPr>
        <p:grpSpPr>
          <a:xfrm>
            <a:off x="4887467" y="3732276"/>
            <a:ext cx="3337559" cy="2638043"/>
            <a:chOff x="4887467" y="3732276"/>
            <a:chExt cx="3337559" cy="2638043"/>
          </a:xfrm>
        </p:grpSpPr>
        <p:pic>
          <p:nvPicPr>
            <p:cNvPr id="75" name="Google Shape;75;p15"/>
            <p:cNvPicPr preferRelativeResize="0"/>
            <p:nvPr/>
          </p:nvPicPr>
          <p:blipFill rotWithShape="1">
            <a:blip r:embed="rId3">
              <a:alphaModFix/>
            </a:blip>
            <a:srcRect b="0" l="0" r="0" t="0"/>
            <a:stretch/>
          </p:blipFill>
          <p:spPr>
            <a:xfrm>
              <a:off x="4887467" y="3732276"/>
              <a:ext cx="3337559" cy="2638043"/>
            </a:xfrm>
            <a:prstGeom prst="rect">
              <a:avLst/>
            </a:prstGeom>
            <a:noFill/>
            <a:ln>
              <a:noFill/>
            </a:ln>
          </p:spPr>
        </p:pic>
        <p:pic>
          <p:nvPicPr>
            <p:cNvPr id="76" name="Google Shape;76;p15"/>
            <p:cNvPicPr preferRelativeResize="0"/>
            <p:nvPr/>
          </p:nvPicPr>
          <p:blipFill rotWithShape="1">
            <a:blip r:embed="rId4">
              <a:alphaModFix/>
            </a:blip>
            <a:srcRect b="0" l="0" r="0" t="0"/>
            <a:stretch/>
          </p:blipFill>
          <p:spPr>
            <a:xfrm>
              <a:off x="5079491" y="3924300"/>
              <a:ext cx="2953511" cy="2253995"/>
            </a:xfrm>
            <a:prstGeom prst="rect">
              <a:avLst/>
            </a:prstGeom>
            <a:noFill/>
            <a:ln>
              <a:noFill/>
            </a:ln>
          </p:spPr>
        </p:pic>
      </p:grpSp>
      <p:sp>
        <p:nvSpPr>
          <p:cNvPr id="77" name="Google Shape;77;p15"/>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78" name="Google Shape;78;p1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79" name="Google Shape;79;p1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6"/>
          <p:cNvSpPr txBox="1"/>
          <p:nvPr>
            <p:ph type="title"/>
          </p:nvPr>
        </p:nvSpPr>
        <p:spPr>
          <a:xfrm>
            <a:off x="392112" y="748031"/>
            <a:ext cx="14727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Objetivo</a:t>
            </a:r>
            <a:endParaRPr sz="3300"/>
          </a:p>
        </p:txBody>
      </p:sp>
      <p:sp>
        <p:nvSpPr>
          <p:cNvPr id="85" name="Google Shape;85;p16"/>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86" name="Google Shape;86;p1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87" name="Google Shape;87;p1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88" name="Google Shape;88;p16"/>
          <p:cNvSpPr txBox="1"/>
          <p:nvPr/>
        </p:nvSpPr>
        <p:spPr>
          <a:xfrm>
            <a:off x="483552" y="1387985"/>
            <a:ext cx="8068945" cy="4316730"/>
          </a:xfrm>
          <a:prstGeom prst="rect">
            <a:avLst/>
          </a:prstGeom>
          <a:noFill/>
          <a:ln>
            <a:noFill/>
          </a:ln>
        </p:spPr>
        <p:txBody>
          <a:bodyPr anchorCtr="0" anchor="t" bIns="0" lIns="0" spcFirstLastPara="1" rIns="0" wrap="square" tIns="89525">
            <a:spAutoFit/>
          </a:bodyPr>
          <a:lstStyle/>
          <a:p>
            <a:pPr indent="-172720" lvl="0" marL="184785" marR="534670" rtl="0" algn="l">
              <a:lnSpc>
                <a:spcPct val="9615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Los operadores SET se utilizan para combinar los  resultados de diferentes sentencias SELECT en una sola  salida de resultado</a:t>
            </a:r>
            <a:endParaRPr sz="2600">
              <a:latin typeface="Calibri"/>
              <a:ea typeface="Calibri"/>
              <a:cs typeface="Calibri"/>
              <a:sym typeface="Calibri"/>
            </a:endParaRPr>
          </a:p>
          <a:p>
            <a:pPr indent="-172720" lvl="0" marL="184785" marR="0" rtl="0" algn="l">
              <a:lnSpc>
                <a:spcPct val="100000"/>
              </a:lnSpc>
              <a:spcBef>
                <a:spcPts val="1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 veces desea una sola salida de más de una tabla</a:t>
            </a:r>
            <a:endParaRPr sz="2600">
              <a:latin typeface="Calibri"/>
              <a:ea typeface="Calibri"/>
              <a:cs typeface="Calibri"/>
              <a:sym typeface="Calibri"/>
            </a:endParaRPr>
          </a:p>
          <a:p>
            <a:pPr indent="-172720" lvl="0" marL="184785" marR="5080" rtl="0" algn="l">
              <a:lnSpc>
                <a:spcPct val="96153"/>
              </a:lnSpc>
              <a:spcBef>
                <a:spcPts val="765"/>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Si une las tablas, se devuelven las filas que cumplan los  criterios de unión, pero ¿qué sucede si una unión devuelve  un juego de resultados que no responde a sus  necesidades?</a:t>
            </a:r>
            <a:endParaRPr sz="2600">
              <a:latin typeface="Calibri"/>
              <a:ea typeface="Calibri"/>
              <a:cs typeface="Calibri"/>
              <a:sym typeface="Calibri"/>
            </a:endParaRPr>
          </a:p>
          <a:p>
            <a:pPr indent="-172720" lvl="0" marL="184785" marR="0" rtl="0" algn="just">
              <a:lnSpc>
                <a:spcPct val="100000"/>
              </a:lnSpc>
              <a:spcBef>
                <a:spcPts val="19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Aquí es donde entran los operadores SET</a:t>
            </a:r>
            <a:endParaRPr sz="2600">
              <a:latin typeface="Calibri"/>
              <a:ea typeface="Calibri"/>
              <a:cs typeface="Calibri"/>
              <a:sym typeface="Calibri"/>
            </a:endParaRPr>
          </a:p>
          <a:p>
            <a:pPr indent="-172720" lvl="0" marL="184785" marR="152400" rtl="0" algn="just">
              <a:lnSpc>
                <a:spcPct val="96153"/>
              </a:lnSpc>
              <a:spcBef>
                <a:spcPts val="78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Pueden devolver las filas que se han encontrado en varias  sentencias SELECT, las filas que estén en una tabla y no en  otra, o bien las filas comunes en ambas sentencias</a:t>
            </a:r>
            <a:endParaRPr sz="26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7"/>
          <p:cNvSpPr txBox="1"/>
          <p:nvPr>
            <p:ph type="title"/>
          </p:nvPr>
        </p:nvSpPr>
        <p:spPr>
          <a:xfrm>
            <a:off x="392112" y="748031"/>
            <a:ext cx="33288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Definición de etapa</a:t>
            </a:r>
            <a:endParaRPr sz="3300"/>
          </a:p>
        </p:txBody>
      </p:sp>
      <p:sp>
        <p:nvSpPr>
          <p:cNvPr id="94" name="Google Shape;94;p17"/>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95" name="Google Shape;95;p1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96" name="Google Shape;96;p1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7" name="Google Shape;97;p17"/>
          <p:cNvSpPr txBox="1"/>
          <p:nvPr/>
        </p:nvSpPr>
        <p:spPr>
          <a:xfrm>
            <a:off x="483552" y="1415417"/>
            <a:ext cx="7790815"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explicar los operadores SET, se hará referencia a  las dos listas siguientes a lo largo de esta lección:</a:t>
            </a:r>
            <a:endParaRPr sz="2800">
              <a:latin typeface="Calibri"/>
              <a:ea typeface="Calibri"/>
              <a:cs typeface="Calibri"/>
              <a:sym typeface="Calibri"/>
            </a:endParaRPr>
          </a:p>
        </p:txBody>
      </p:sp>
      <p:sp>
        <p:nvSpPr>
          <p:cNvPr id="98" name="Google Shape;98;p17"/>
          <p:cNvSpPr txBox="1"/>
          <p:nvPr/>
        </p:nvSpPr>
        <p:spPr>
          <a:xfrm>
            <a:off x="483552" y="2225575"/>
            <a:ext cx="149860" cy="998219"/>
          </a:xfrm>
          <a:prstGeom prst="rect">
            <a:avLst/>
          </a:prstGeom>
          <a:noFill/>
          <a:ln>
            <a:noFill/>
          </a:ln>
        </p:spPr>
        <p:txBody>
          <a:bodyPr anchorCtr="0" anchor="t" bIns="0" lIns="0" spcFirstLastPara="1" rIns="0" wrap="square" tIns="71750">
            <a:spAutoFit/>
          </a:bodyPr>
          <a:lstStyle/>
          <a:p>
            <a:pPr indent="0" lvl="0" marL="12700" marR="0" rtl="0" algn="l">
              <a:lnSpc>
                <a:spcPct val="100000"/>
              </a:lnSpc>
              <a:spcBef>
                <a:spcPts val="0"/>
              </a:spcBef>
              <a:spcAft>
                <a:spcPts val="0"/>
              </a:spcAft>
              <a:buNone/>
            </a:pPr>
            <a:r>
              <a:rPr lang="en-US" sz="2800">
                <a:solidFill>
                  <a:srgbClr val="D1350F"/>
                </a:solidFill>
                <a:latin typeface="Arial"/>
                <a:ea typeface="Arial"/>
                <a:cs typeface="Arial"/>
                <a:sym typeface="Arial"/>
              </a:rPr>
              <a:t>•</a:t>
            </a:r>
            <a:endParaRPr sz="2800">
              <a:latin typeface="Arial"/>
              <a:ea typeface="Arial"/>
              <a:cs typeface="Arial"/>
              <a:sym typeface="Arial"/>
            </a:endParaRPr>
          </a:p>
          <a:p>
            <a:pPr indent="0" lvl="0" marL="12700" marR="0" rtl="0" algn="l">
              <a:lnSpc>
                <a:spcPct val="100000"/>
              </a:lnSpc>
              <a:spcBef>
                <a:spcPts val="470"/>
              </a:spcBef>
              <a:spcAft>
                <a:spcPts val="0"/>
              </a:spcAft>
              <a:buNone/>
            </a:pPr>
            <a:r>
              <a:rPr lang="en-US" sz="2800">
                <a:solidFill>
                  <a:srgbClr val="D1350F"/>
                </a:solidFill>
                <a:latin typeface="Arial"/>
                <a:ea typeface="Arial"/>
                <a:cs typeface="Arial"/>
                <a:sym typeface="Arial"/>
              </a:rPr>
              <a:t>•</a:t>
            </a:r>
            <a:endParaRPr sz="2800">
              <a:latin typeface="Arial"/>
              <a:ea typeface="Arial"/>
              <a:cs typeface="Arial"/>
              <a:sym typeface="Arial"/>
            </a:endParaRPr>
          </a:p>
        </p:txBody>
      </p:sp>
      <p:sp>
        <p:nvSpPr>
          <p:cNvPr id="99" name="Google Shape;99;p17"/>
          <p:cNvSpPr txBox="1"/>
          <p:nvPr/>
        </p:nvSpPr>
        <p:spPr>
          <a:xfrm>
            <a:off x="2540952" y="2225575"/>
            <a:ext cx="2378075" cy="998219"/>
          </a:xfrm>
          <a:prstGeom prst="rect">
            <a:avLst/>
          </a:prstGeom>
          <a:noFill/>
          <a:ln>
            <a:noFill/>
          </a:ln>
        </p:spPr>
        <p:txBody>
          <a:bodyPr anchorCtr="0" anchor="t" bIns="0" lIns="0" spcFirstLastPara="1" rIns="0" wrap="square" tIns="71750">
            <a:spAutoFit/>
          </a:bodyPr>
          <a:lstStyle/>
          <a:p>
            <a:pPr indent="0" lvl="0" marL="12700" marR="0" rtl="0" algn="l">
              <a:lnSpc>
                <a:spcPct val="100000"/>
              </a:lnSpc>
              <a:spcBef>
                <a:spcPts val="0"/>
              </a:spcBef>
              <a:spcAft>
                <a:spcPts val="0"/>
              </a:spcAft>
              <a:buNone/>
            </a:pPr>
            <a:r>
              <a:rPr lang="en-US" sz="2800">
                <a:solidFill>
                  <a:srgbClr val="4E3629"/>
                </a:solidFill>
                <a:latin typeface="Calibri"/>
                <a:ea typeface="Calibri"/>
                <a:cs typeface="Calibri"/>
                <a:sym typeface="Calibri"/>
              </a:rPr>
              <a:t>A = {1, 2, 3, 4, 5}</a:t>
            </a:r>
            <a:endParaRPr sz="2800">
              <a:latin typeface="Calibri"/>
              <a:ea typeface="Calibri"/>
              <a:cs typeface="Calibri"/>
              <a:sym typeface="Calibri"/>
            </a:endParaRPr>
          </a:p>
          <a:p>
            <a:pPr indent="0" lvl="0" marL="12700" marR="0" rtl="0" algn="l">
              <a:lnSpc>
                <a:spcPct val="100000"/>
              </a:lnSpc>
              <a:spcBef>
                <a:spcPts val="470"/>
              </a:spcBef>
              <a:spcAft>
                <a:spcPts val="0"/>
              </a:spcAft>
              <a:buNone/>
            </a:pPr>
            <a:r>
              <a:rPr lang="en-US" sz="2800">
                <a:solidFill>
                  <a:srgbClr val="4E3629"/>
                </a:solidFill>
                <a:latin typeface="Calibri"/>
                <a:ea typeface="Calibri"/>
                <a:cs typeface="Calibri"/>
                <a:sym typeface="Calibri"/>
              </a:rPr>
              <a:t>B = {4, 5, 6, 7, 8}</a:t>
            </a:r>
            <a:endParaRPr sz="2800">
              <a:latin typeface="Calibri"/>
              <a:ea typeface="Calibri"/>
              <a:cs typeface="Calibri"/>
              <a:sym typeface="Calibri"/>
            </a:endParaRPr>
          </a:p>
        </p:txBody>
      </p:sp>
      <p:sp>
        <p:nvSpPr>
          <p:cNvPr id="100" name="Google Shape;100;p17"/>
          <p:cNvSpPr txBox="1"/>
          <p:nvPr/>
        </p:nvSpPr>
        <p:spPr>
          <a:xfrm>
            <a:off x="483552" y="3256409"/>
            <a:ext cx="6985000"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 en realidad: dos tablas, una llamada A y otra  llamada B</a:t>
            </a:r>
            <a:endParaRPr sz="2800">
              <a:latin typeface="Calibri"/>
              <a:ea typeface="Calibri"/>
              <a:cs typeface="Calibri"/>
              <a:sym typeface="Calibri"/>
            </a:endParaRPr>
          </a:p>
        </p:txBody>
      </p:sp>
      <p:sp>
        <p:nvSpPr>
          <p:cNvPr id="101" name="Google Shape;101;p17"/>
          <p:cNvSpPr txBox="1"/>
          <p:nvPr/>
        </p:nvSpPr>
        <p:spPr>
          <a:xfrm>
            <a:off x="483552" y="4126613"/>
            <a:ext cx="149860" cy="4521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lang="en-US" sz="2800">
                <a:solidFill>
                  <a:srgbClr val="D1350F"/>
                </a:solidFill>
                <a:latin typeface="Arial"/>
                <a:ea typeface="Arial"/>
                <a:cs typeface="Arial"/>
                <a:sym typeface="Arial"/>
              </a:rPr>
              <a:t>•</a:t>
            </a:r>
            <a:endParaRPr sz="2800">
              <a:latin typeface="Arial"/>
              <a:ea typeface="Arial"/>
              <a:cs typeface="Arial"/>
              <a:sym typeface="Arial"/>
            </a:endParaRPr>
          </a:p>
        </p:txBody>
      </p:sp>
      <p:sp>
        <p:nvSpPr>
          <p:cNvPr id="102" name="Google Shape;102;p17"/>
          <p:cNvSpPr txBox="1"/>
          <p:nvPr/>
        </p:nvSpPr>
        <p:spPr>
          <a:xfrm>
            <a:off x="3198670" y="4158481"/>
            <a:ext cx="2009139" cy="39116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aseline="30000" lang="en-US" sz="3600">
                <a:solidFill>
                  <a:srgbClr val="4E3629"/>
                </a:solidFill>
                <a:latin typeface="Calibri"/>
                <a:ea typeface="Calibri"/>
                <a:cs typeface="Calibri"/>
                <a:sym typeface="Calibri"/>
              </a:rPr>
              <a:t>A	</a:t>
            </a:r>
            <a:r>
              <a:rPr lang="en-US" sz="2400">
                <a:solidFill>
                  <a:srgbClr val="4E3629"/>
                </a:solidFill>
                <a:latin typeface="Calibri"/>
                <a:ea typeface="Calibri"/>
                <a:cs typeface="Calibri"/>
                <a:sym typeface="Calibri"/>
              </a:rPr>
              <a:t>B</a:t>
            </a:r>
            <a:endParaRPr sz="2400">
              <a:latin typeface="Calibri"/>
              <a:ea typeface="Calibri"/>
              <a:cs typeface="Calibri"/>
              <a:sym typeface="Calibri"/>
            </a:endParaRPr>
          </a:p>
        </p:txBody>
      </p:sp>
      <p:graphicFrame>
        <p:nvGraphicFramePr>
          <p:cNvPr id="103" name="Google Shape;103;p17"/>
          <p:cNvGraphicFramePr/>
          <p:nvPr/>
        </p:nvGraphicFramePr>
        <p:xfrm>
          <a:off x="3553306" y="4244025"/>
          <a:ext cx="3000000" cy="3000000"/>
        </p:xfrm>
        <a:graphic>
          <a:graphicData uri="http://schemas.openxmlformats.org/drawingml/2006/table">
            <a:tbl>
              <a:tblPr bandRow="1" firstRow="1">
                <a:noFill/>
                <a:tableStyleId>{99AA116F-51E9-4D7C-A7E7-484E17ED40EF}</a:tableStyleId>
              </a:tblPr>
              <a:tblGrid>
                <a:gridCol w="573400"/>
              </a:tblGrid>
              <a:tr h="269250">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A_ID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graphicFrame>
        <p:nvGraphicFramePr>
          <p:cNvPr id="104" name="Google Shape;104;p17"/>
          <p:cNvGraphicFramePr/>
          <p:nvPr/>
        </p:nvGraphicFramePr>
        <p:xfrm>
          <a:off x="5382106" y="4244025"/>
          <a:ext cx="3000000" cy="3000000"/>
        </p:xfrm>
        <a:graphic>
          <a:graphicData uri="http://schemas.openxmlformats.org/drawingml/2006/table">
            <a:tbl>
              <a:tblPr bandRow="1" firstRow="1">
                <a:noFill/>
                <a:tableStyleId>{99AA116F-51E9-4D7C-A7E7-484E17ED40EF}</a:tableStyleId>
              </a:tblPr>
              <a:tblGrid>
                <a:gridCol w="573400"/>
              </a:tblGrid>
              <a:tr h="269250">
                <a:tc>
                  <a:txBody>
                    <a:bodyPr/>
                    <a:lstStyle/>
                    <a:p>
                      <a:pPr indent="0" lvl="0" marL="0" marR="0" rtl="0" algn="ctr">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B_ID</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6</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309550">
                <a:tc>
                  <a:txBody>
                    <a:bodyPr/>
                    <a:lstStyle/>
                    <a:p>
                      <a:pPr indent="0" lvl="0" marL="0" marR="0" rtl="0" algn="ctr">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a:t>
                      </a:r>
                      <a:endParaRPr sz="1600" u="none" cap="none" strike="noStrike">
                        <a:latin typeface="Calibri"/>
                        <a:ea typeface="Calibri"/>
                        <a:cs typeface="Calibri"/>
                        <a:sym typeface="Calibri"/>
                      </a:endParaRPr>
                    </a:p>
                  </a:txBody>
                  <a:tcPr marT="12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8"/>
          <p:cNvSpPr txBox="1"/>
          <p:nvPr>
            <p:ph type="title"/>
          </p:nvPr>
        </p:nvSpPr>
        <p:spPr>
          <a:xfrm>
            <a:off x="392112" y="748031"/>
            <a:ext cx="3481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Reglas que Recordar</a:t>
            </a:r>
            <a:endParaRPr sz="3300"/>
          </a:p>
        </p:txBody>
      </p:sp>
      <p:sp>
        <p:nvSpPr>
          <p:cNvPr id="110" name="Google Shape;110;p18"/>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111" name="Google Shape;111;p1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12" name="Google Shape;112;p1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3" name="Google Shape;113;p18"/>
          <p:cNvSpPr txBox="1"/>
          <p:nvPr/>
        </p:nvSpPr>
        <p:spPr>
          <a:xfrm>
            <a:off x="483552" y="1415417"/>
            <a:ext cx="8141970" cy="4547235"/>
          </a:xfrm>
          <a:prstGeom prst="rect">
            <a:avLst/>
          </a:prstGeom>
          <a:noFill/>
          <a:ln>
            <a:noFill/>
          </a:ln>
        </p:spPr>
        <p:txBody>
          <a:bodyPr anchorCtr="0" anchor="t" bIns="0" lIns="0" spcFirstLastPara="1" rIns="0" wrap="square" tIns="59675">
            <a:spAutoFit/>
          </a:bodyPr>
          <a:lstStyle/>
          <a:p>
            <a:pPr indent="-177800" lvl="0" marL="184785" marR="8509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Existen algunas reglas que se deben tener en cuenta al  utilizar los operadores SET:</a:t>
            </a:r>
            <a:endParaRPr sz="2800">
              <a:latin typeface="Calibri"/>
              <a:ea typeface="Calibri"/>
              <a:cs typeface="Calibri"/>
              <a:sym typeface="Calibri"/>
            </a:endParaRPr>
          </a:p>
          <a:p>
            <a:pPr indent="-175260" lvl="0" marL="530860" marR="5080" rtl="0" algn="l">
              <a:lnSpc>
                <a:spcPct val="107916"/>
              </a:lnSpc>
              <a:spcBef>
                <a:spcPts val="42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El número de columnas y los tipos de dato de las columnas  debe ser idéntico en todas las sentencias SELECT utilizadas en  la consulta</a:t>
            </a:r>
            <a:endParaRPr sz="2400">
              <a:latin typeface="Calibri"/>
              <a:ea typeface="Calibri"/>
              <a:cs typeface="Calibri"/>
              <a:sym typeface="Calibri"/>
            </a:endParaRPr>
          </a:p>
          <a:p>
            <a:pPr indent="-175260" lvl="0" marL="530860" marR="83439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No es necesario que los nombres de las columnas sean  idénticos</a:t>
            </a:r>
            <a:endParaRPr sz="2400">
              <a:latin typeface="Calibri"/>
              <a:ea typeface="Calibri"/>
              <a:cs typeface="Calibri"/>
              <a:sym typeface="Calibri"/>
            </a:endParaRPr>
          </a:p>
          <a:p>
            <a:pPr indent="-175260" lvl="0" marL="530860" marR="96266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Los nombres de columna de la salida se toman de los  nombres de columnas de la primera sentencia SELECT</a:t>
            </a:r>
            <a:endParaRPr sz="2400">
              <a:latin typeface="Calibri"/>
              <a:ea typeface="Calibri"/>
              <a:cs typeface="Calibri"/>
              <a:sym typeface="Calibri"/>
            </a:endParaRPr>
          </a:p>
          <a:p>
            <a:pPr indent="-177800" lvl="0" marL="184785" marR="20764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tanto, los alias de columna se deben introducir en  la primera sentencia, ya que desearía verlos en el  informe terminado</a:t>
            </a:r>
            <a:endParaRPr sz="2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19"/>
          <p:cNvSpPr txBox="1"/>
          <p:nvPr>
            <p:ph type="title"/>
          </p:nvPr>
        </p:nvSpPr>
        <p:spPr>
          <a:xfrm>
            <a:off x="392112" y="748031"/>
            <a:ext cx="1218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UNION</a:t>
            </a:r>
            <a:endParaRPr sz="3300"/>
          </a:p>
        </p:txBody>
      </p:sp>
      <p:sp>
        <p:nvSpPr>
          <p:cNvPr id="119" name="Google Shape;119;p19"/>
          <p:cNvSpPr txBox="1"/>
          <p:nvPr/>
        </p:nvSpPr>
        <p:spPr>
          <a:xfrm>
            <a:off x="483552" y="1415417"/>
            <a:ext cx="7828915"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operador UNION devuelve todas las filas de ambas  tablas, después de eliminar los duplicados</a:t>
            </a:r>
            <a:endParaRPr sz="2800">
              <a:latin typeface="Calibri"/>
              <a:ea typeface="Calibri"/>
              <a:cs typeface="Calibri"/>
              <a:sym typeface="Calibri"/>
            </a:endParaRPr>
          </a:p>
        </p:txBody>
      </p:sp>
      <p:sp>
        <p:nvSpPr>
          <p:cNvPr id="120" name="Google Shape;120;p19"/>
          <p:cNvSpPr txBox="1"/>
          <p:nvPr/>
        </p:nvSpPr>
        <p:spPr>
          <a:xfrm>
            <a:off x="483552" y="3742565"/>
            <a:ext cx="7792720" cy="20904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resultado de mostrar todos los elementos de A y B  eliminando los duplicados es {1, 2, 3, 4, 5, 6, 7, 8}</a:t>
            </a:r>
            <a:endParaRPr sz="2800">
              <a:latin typeface="Calibri"/>
              <a:ea typeface="Calibri"/>
              <a:cs typeface="Calibri"/>
              <a:sym typeface="Calibri"/>
            </a:endParaRPr>
          </a:p>
          <a:p>
            <a:pPr indent="-177800" lvl="0" marL="184785" marR="114935"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ha unido A y B, solo obtendría {4, 5}. Tendría que  realizar una unión externa completa para obtener la  misma lista que anteriormente</a:t>
            </a:r>
            <a:endParaRPr sz="2800">
              <a:latin typeface="Calibri"/>
              <a:ea typeface="Calibri"/>
              <a:cs typeface="Calibri"/>
              <a:sym typeface="Calibri"/>
            </a:endParaRPr>
          </a:p>
        </p:txBody>
      </p:sp>
      <p:grpSp>
        <p:nvGrpSpPr>
          <p:cNvPr id="121" name="Google Shape;121;p19"/>
          <p:cNvGrpSpPr/>
          <p:nvPr/>
        </p:nvGrpSpPr>
        <p:grpSpPr>
          <a:xfrm>
            <a:off x="3918203" y="2252472"/>
            <a:ext cx="2430907" cy="1382395"/>
            <a:chOff x="3918203" y="2252472"/>
            <a:chExt cx="2430907" cy="1382395"/>
          </a:xfrm>
        </p:grpSpPr>
        <p:sp>
          <p:nvSpPr>
            <p:cNvPr id="122" name="Google Shape;122;p19"/>
            <p:cNvSpPr/>
            <p:nvPr/>
          </p:nvSpPr>
          <p:spPr>
            <a:xfrm>
              <a:off x="3918203" y="2252472"/>
              <a:ext cx="1446530" cy="1382395"/>
            </a:xfrm>
            <a:custGeom>
              <a:rect b="b" l="l" r="r" t="t"/>
              <a:pathLst>
                <a:path extrusionOk="0" h="1382395" w="1446529">
                  <a:moveTo>
                    <a:pt x="723138" y="0"/>
                  </a:moveTo>
                  <a:lnTo>
                    <a:pt x="673627" y="1594"/>
                  </a:lnTo>
                  <a:lnTo>
                    <a:pt x="625012" y="6309"/>
                  </a:lnTo>
                  <a:lnTo>
                    <a:pt x="577400" y="14041"/>
                  </a:lnTo>
                  <a:lnTo>
                    <a:pt x="530899" y="24688"/>
                  </a:lnTo>
                  <a:lnTo>
                    <a:pt x="485617" y="38146"/>
                  </a:lnTo>
                  <a:lnTo>
                    <a:pt x="441660" y="54313"/>
                  </a:lnTo>
                  <a:lnTo>
                    <a:pt x="399137" y="73085"/>
                  </a:lnTo>
                  <a:lnTo>
                    <a:pt x="358156" y="94361"/>
                  </a:lnTo>
                  <a:lnTo>
                    <a:pt x="318825" y="118035"/>
                  </a:lnTo>
                  <a:lnTo>
                    <a:pt x="281250" y="144007"/>
                  </a:lnTo>
                  <a:lnTo>
                    <a:pt x="245540" y="172173"/>
                  </a:lnTo>
                  <a:lnTo>
                    <a:pt x="211802" y="202430"/>
                  </a:lnTo>
                  <a:lnTo>
                    <a:pt x="180145" y="234674"/>
                  </a:lnTo>
                  <a:lnTo>
                    <a:pt x="150675" y="268804"/>
                  </a:lnTo>
                  <a:lnTo>
                    <a:pt x="123500" y="304716"/>
                  </a:lnTo>
                  <a:lnTo>
                    <a:pt x="98729" y="342307"/>
                  </a:lnTo>
                  <a:lnTo>
                    <a:pt x="76469" y="381474"/>
                  </a:lnTo>
                  <a:lnTo>
                    <a:pt x="56827" y="422115"/>
                  </a:lnTo>
                  <a:lnTo>
                    <a:pt x="39912" y="464126"/>
                  </a:lnTo>
                  <a:lnTo>
                    <a:pt x="25831" y="507404"/>
                  </a:lnTo>
                  <a:lnTo>
                    <a:pt x="14691" y="551847"/>
                  </a:lnTo>
                  <a:lnTo>
                    <a:pt x="6601" y="597352"/>
                  </a:lnTo>
                  <a:lnTo>
                    <a:pt x="1668" y="643815"/>
                  </a:lnTo>
                  <a:lnTo>
                    <a:pt x="0" y="691134"/>
                  </a:lnTo>
                  <a:lnTo>
                    <a:pt x="1668" y="738452"/>
                  </a:lnTo>
                  <a:lnTo>
                    <a:pt x="6601" y="784915"/>
                  </a:lnTo>
                  <a:lnTo>
                    <a:pt x="14691" y="830420"/>
                  </a:lnTo>
                  <a:lnTo>
                    <a:pt x="25831" y="874863"/>
                  </a:lnTo>
                  <a:lnTo>
                    <a:pt x="39912" y="918141"/>
                  </a:lnTo>
                  <a:lnTo>
                    <a:pt x="56827" y="960152"/>
                  </a:lnTo>
                  <a:lnTo>
                    <a:pt x="76469" y="1000793"/>
                  </a:lnTo>
                  <a:lnTo>
                    <a:pt x="98729" y="1039960"/>
                  </a:lnTo>
                  <a:lnTo>
                    <a:pt x="123500" y="1077551"/>
                  </a:lnTo>
                  <a:lnTo>
                    <a:pt x="150675" y="1113463"/>
                  </a:lnTo>
                  <a:lnTo>
                    <a:pt x="180145" y="1147593"/>
                  </a:lnTo>
                  <a:lnTo>
                    <a:pt x="211802" y="1179837"/>
                  </a:lnTo>
                  <a:lnTo>
                    <a:pt x="245540" y="1210094"/>
                  </a:lnTo>
                  <a:lnTo>
                    <a:pt x="281250" y="1238260"/>
                  </a:lnTo>
                  <a:lnTo>
                    <a:pt x="318825" y="1264232"/>
                  </a:lnTo>
                  <a:lnTo>
                    <a:pt x="358156" y="1287907"/>
                  </a:lnTo>
                  <a:lnTo>
                    <a:pt x="399137" y="1309182"/>
                  </a:lnTo>
                  <a:lnTo>
                    <a:pt x="441660" y="1327954"/>
                  </a:lnTo>
                  <a:lnTo>
                    <a:pt x="485617" y="1344121"/>
                  </a:lnTo>
                  <a:lnTo>
                    <a:pt x="530899" y="1357579"/>
                  </a:lnTo>
                  <a:lnTo>
                    <a:pt x="577400" y="1368226"/>
                  </a:lnTo>
                  <a:lnTo>
                    <a:pt x="625012" y="1375958"/>
                  </a:lnTo>
                  <a:lnTo>
                    <a:pt x="673627" y="1380673"/>
                  </a:lnTo>
                  <a:lnTo>
                    <a:pt x="723138" y="1382268"/>
                  </a:lnTo>
                  <a:lnTo>
                    <a:pt x="772648" y="1380673"/>
                  </a:lnTo>
                  <a:lnTo>
                    <a:pt x="821263" y="1375958"/>
                  </a:lnTo>
                  <a:lnTo>
                    <a:pt x="868875" y="1368226"/>
                  </a:lnTo>
                  <a:lnTo>
                    <a:pt x="915376" y="1357579"/>
                  </a:lnTo>
                  <a:lnTo>
                    <a:pt x="960658" y="1344121"/>
                  </a:lnTo>
                  <a:lnTo>
                    <a:pt x="1004615" y="1327954"/>
                  </a:lnTo>
                  <a:lnTo>
                    <a:pt x="1047138" y="1309182"/>
                  </a:lnTo>
                  <a:lnTo>
                    <a:pt x="1088119" y="1287907"/>
                  </a:lnTo>
                  <a:lnTo>
                    <a:pt x="1127450" y="1264232"/>
                  </a:lnTo>
                  <a:lnTo>
                    <a:pt x="1165025" y="1238260"/>
                  </a:lnTo>
                  <a:lnTo>
                    <a:pt x="1200735" y="1210094"/>
                  </a:lnTo>
                  <a:lnTo>
                    <a:pt x="1234473" y="1179837"/>
                  </a:lnTo>
                  <a:lnTo>
                    <a:pt x="1266130" y="1147593"/>
                  </a:lnTo>
                  <a:lnTo>
                    <a:pt x="1295600" y="1113463"/>
                  </a:lnTo>
                  <a:lnTo>
                    <a:pt x="1322775" y="1077551"/>
                  </a:lnTo>
                  <a:lnTo>
                    <a:pt x="1347546" y="1039960"/>
                  </a:lnTo>
                  <a:lnTo>
                    <a:pt x="1369806" y="1000793"/>
                  </a:lnTo>
                  <a:lnTo>
                    <a:pt x="1389448" y="960152"/>
                  </a:lnTo>
                  <a:lnTo>
                    <a:pt x="1406363" y="918141"/>
                  </a:lnTo>
                  <a:lnTo>
                    <a:pt x="1420444" y="874863"/>
                  </a:lnTo>
                  <a:lnTo>
                    <a:pt x="1431584" y="830420"/>
                  </a:lnTo>
                  <a:lnTo>
                    <a:pt x="1439674" y="784915"/>
                  </a:lnTo>
                  <a:lnTo>
                    <a:pt x="1444607" y="738452"/>
                  </a:lnTo>
                  <a:lnTo>
                    <a:pt x="1446276" y="691134"/>
                  </a:lnTo>
                  <a:lnTo>
                    <a:pt x="1444607" y="643815"/>
                  </a:lnTo>
                  <a:lnTo>
                    <a:pt x="1439674" y="597352"/>
                  </a:lnTo>
                  <a:lnTo>
                    <a:pt x="1431584" y="551847"/>
                  </a:lnTo>
                  <a:lnTo>
                    <a:pt x="1420444" y="507404"/>
                  </a:lnTo>
                  <a:lnTo>
                    <a:pt x="1406363" y="464126"/>
                  </a:lnTo>
                  <a:lnTo>
                    <a:pt x="1389448" y="422115"/>
                  </a:lnTo>
                  <a:lnTo>
                    <a:pt x="1369806" y="381474"/>
                  </a:lnTo>
                  <a:lnTo>
                    <a:pt x="1347546" y="342307"/>
                  </a:lnTo>
                  <a:lnTo>
                    <a:pt x="1322775" y="304716"/>
                  </a:lnTo>
                  <a:lnTo>
                    <a:pt x="1295600" y="268804"/>
                  </a:lnTo>
                  <a:lnTo>
                    <a:pt x="1266130" y="234674"/>
                  </a:lnTo>
                  <a:lnTo>
                    <a:pt x="1234473" y="202430"/>
                  </a:lnTo>
                  <a:lnTo>
                    <a:pt x="1200735" y="172173"/>
                  </a:lnTo>
                  <a:lnTo>
                    <a:pt x="1165025" y="144007"/>
                  </a:lnTo>
                  <a:lnTo>
                    <a:pt x="1127450" y="118035"/>
                  </a:lnTo>
                  <a:lnTo>
                    <a:pt x="1088119" y="94361"/>
                  </a:lnTo>
                  <a:lnTo>
                    <a:pt x="1047138" y="73085"/>
                  </a:lnTo>
                  <a:lnTo>
                    <a:pt x="1004615" y="54313"/>
                  </a:lnTo>
                  <a:lnTo>
                    <a:pt x="960658" y="38146"/>
                  </a:lnTo>
                  <a:lnTo>
                    <a:pt x="915376" y="24688"/>
                  </a:lnTo>
                  <a:lnTo>
                    <a:pt x="868875" y="14041"/>
                  </a:lnTo>
                  <a:lnTo>
                    <a:pt x="821263" y="6309"/>
                  </a:lnTo>
                  <a:lnTo>
                    <a:pt x="772648" y="1594"/>
                  </a:lnTo>
                  <a:lnTo>
                    <a:pt x="723138"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23" name="Google Shape;123;p19"/>
            <p:cNvSpPr/>
            <p:nvPr/>
          </p:nvSpPr>
          <p:spPr>
            <a:xfrm>
              <a:off x="3918203" y="2252472"/>
              <a:ext cx="1446530" cy="1382395"/>
            </a:xfrm>
            <a:custGeom>
              <a:rect b="b" l="l" r="r" t="t"/>
              <a:pathLst>
                <a:path extrusionOk="0" h="1382395" w="1446529">
                  <a:moveTo>
                    <a:pt x="0" y="691134"/>
                  </a:moveTo>
                  <a:lnTo>
                    <a:pt x="1668" y="643815"/>
                  </a:lnTo>
                  <a:lnTo>
                    <a:pt x="6601" y="597352"/>
                  </a:lnTo>
                  <a:lnTo>
                    <a:pt x="14691" y="551847"/>
                  </a:lnTo>
                  <a:lnTo>
                    <a:pt x="25831" y="507404"/>
                  </a:lnTo>
                  <a:lnTo>
                    <a:pt x="39912" y="464126"/>
                  </a:lnTo>
                  <a:lnTo>
                    <a:pt x="56827" y="422115"/>
                  </a:lnTo>
                  <a:lnTo>
                    <a:pt x="76469" y="381474"/>
                  </a:lnTo>
                  <a:lnTo>
                    <a:pt x="98729" y="342307"/>
                  </a:lnTo>
                  <a:lnTo>
                    <a:pt x="123500" y="304716"/>
                  </a:lnTo>
                  <a:lnTo>
                    <a:pt x="150675" y="268804"/>
                  </a:lnTo>
                  <a:lnTo>
                    <a:pt x="180145" y="234674"/>
                  </a:lnTo>
                  <a:lnTo>
                    <a:pt x="211802" y="202430"/>
                  </a:lnTo>
                  <a:lnTo>
                    <a:pt x="245540" y="172173"/>
                  </a:lnTo>
                  <a:lnTo>
                    <a:pt x="281250" y="144007"/>
                  </a:lnTo>
                  <a:lnTo>
                    <a:pt x="318825" y="118035"/>
                  </a:lnTo>
                  <a:lnTo>
                    <a:pt x="358156" y="94361"/>
                  </a:lnTo>
                  <a:lnTo>
                    <a:pt x="399137" y="73085"/>
                  </a:lnTo>
                  <a:lnTo>
                    <a:pt x="441660" y="54313"/>
                  </a:lnTo>
                  <a:lnTo>
                    <a:pt x="485617" y="38146"/>
                  </a:lnTo>
                  <a:lnTo>
                    <a:pt x="530899" y="24688"/>
                  </a:lnTo>
                  <a:lnTo>
                    <a:pt x="577400" y="14041"/>
                  </a:lnTo>
                  <a:lnTo>
                    <a:pt x="625012" y="6309"/>
                  </a:lnTo>
                  <a:lnTo>
                    <a:pt x="673627" y="1594"/>
                  </a:lnTo>
                  <a:lnTo>
                    <a:pt x="723138" y="0"/>
                  </a:lnTo>
                  <a:lnTo>
                    <a:pt x="772648" y="1594"/>
                  </a:lnTo>
                  <a:lnTo>
                    <a:pt x="821263" y="6309"/>
                  </a:lnTo>
                  <a:lnTo>
                    <a:pt x="868875" y="14041"/>
                  </a:lnTo>
                  <a:lnTo>
                    <a:pt x="915376" y="24688"/>
                  </a:lnTo>
                  <a:lnTo>
                    <a:pt x="960658" y="38146"/>
                  </a:lnTo>
                  <a:lnTo>
                    <a:pt x="1004615" y="54313"/>
                  </a:lnTo>
                  <a:lnTo>
                    <a:pt x="1047138" y="73085"/>
                  </a:lnTo>
                  <a:lnTo>
                    <a:pt x="1088119" y="94361"/>
                  </a:lnTo>
                  <a:lnTo>
                    <a:pt x="1127450" y="118035"/>
                  </a:lnTo>
                  <a:lnTo>
                    <a:pt x="1165025" y="144007"/>
                  </a:lnTo>
                  <a:lnTo>
                    <a:pt x="1200735" y="172173"/>
                  </a:lnTo>
                  <a:lnTo>
                    <a:pt x="1234473" y="202430"/>
                  </a:lnTo>
                  <a:lnTo>
                    <a:pt x="1266130" y="234674"/>
                  </a:lnTo>
                  <a:lnTo>
                    <a:pt x="1295600" y="268804"/>
                  </a:lnTo>
                  <a:lnTo>
                    <a:pt x="1322775" y="304716"/>
                  </a:lnTo>
                  <a:lnTo>
                    <a:pt x="1347546" y="342307"/>
                  </a:lnTo>
                  <a:lnTo>
                    <a:pt x="1369806" y="381474"/>
                  </a:lnTo>
                  <a:lnTo>
                    <a:pt x="1389448" y="422115"/>
                  </a:lnTo>
                  <a:lnTo>
                    <a:pt x="1406363" y="464126"/>
                  </a:lnTo>
                  <a:lnTo>
                    <a:pt x="1420444" y="507404"/>
                  </a:lnTo>
                  <a:lnTo>
                    <a:pt x="1431584" y="551847"/>
                  </a:lnTo>
                  <a:lnTo>
                    <a:pt x="1439674" y="597352"/>
                  </a:lnTo>
                  <a:lnTo>
                    <a:pt x="1444607" y="643815"/>
                  </a:lnTo>
                  <a:lnTo>
                    <a:pt x="1446276" y="691134"/>
                  </a:lnTo>
                  <a:lnTo>
                    <a:pt x="1444607" y="738452"/>
                  </a:lnTo>
                  <a:lnTo>
                    <a:pt x="1439674" y="784915"/>
                  </a:lnTo>
                  <a:lnTo>
                    <a:pt x="1431584" y="830420"/>
                  </a:lnTo>
                  <a:lnTo>
                    <a:pt x="1420444" y="874863"/>
                  </a:lnTo>
                  <a:lnTo>
                    <a:pt x="1406363" y="918141"/>
                  </a:lnTo>
                  <a:lnTo>
                    <a:pt x="1389448" y="960152"/>
                  </a:lnTo>
                  <a:lnTo>
                    <a:pt x="1369806" y="1000793"/>
                  </a:lnTo>
                  <a:lnTo>
                    <a:pt x="1347546" y="1039960"/>
                  </a:lnTo>
                  <a:lnTo>
                    <a:pt x="1322775" y="1077551"/>
                  </a:lnTo>
                  <a:lnTo>
                    <a:pt x="1295600" y="1113463"/>
                  </a:lnTo>
                  <a:lnTo>
                    <a:pt x="1266130" y="1147593"/>
                  </a:lnTo>
                  <a:lnTo>
                    <a:pt x="1234473" y="1179837"/>
                  </a:lnTo>
                  <a:lnTo>
                    <a:pt x="1200735" y="1210094"/>
                  </a:lnTo>
                  <a:lnTo>
                    <a:pt x="1165025" y="1238260"/>
                  </a:lnTo>
                  <a:lnTo>
                    <a:pt x="1127450" y="1264232"/>
                  </a:lnTo>
                  <a:lnTo>
                    <a:pt x="1088119" y="1287907"/>
                  </a:lnTo>
                  <a:lnTo>
                    <a:pt x="1047138" y="1309182"/>
                  </a:lnTo>
                  <a:lnTo>
                    <a:pt x="1004615" y="1327954"/>
                  </a:lnTo>
                  <a:lnTo>
                    <a:pt x="960658" y="1344121"/>
                  </a:lnTo>
                  <a:lnTo>
                    <a:pt x="915376" y="1357579"/>
                  </a:lnTo>
                  <a:lnTo>
                    <a:pt x="868875" y="1368226"/>
                  </a:lnTo>
                  <a:lnTo>
                    <a:pt x="821263" y="1375958"/>
                  </a:lnTo>
                  <a:lnTo>
                    <a:pt x="772648" y="1380673"/>
                  </a:lnTo>
                  <a:lnTo>
                    <a:pt x="723138" y="1382268"/>
                  </a:lnTo>
                  <a:lnTo>
                    <a:pt x="673627" y="1380673"/>
                  </a:lnTo>
                  <a:lnTo>
                    <a:pt x="625012" y="1375958"/>
                  </a:lnTo>
                  <a:lnTo>
                    <a:pt x="577400" y="1368226"/>
                  </a:lnTo>
                  <a:lnTo>
                    <a:pt x="530899" y="1357579"/>
                  </a:lnTo>
                  <a:lnTo>
                    <a:pt x="485617" y="1344121"/>
                  </a:lnTo>
                  <a:lnTo>
                    <a:pt x="441660" y="1327954"/>
                  </a:lnTo>
                  <a:lnTo>
                    <a:pt x="399137" y="1309182"/>
                  </a:lnTo>
                  <a:lnTo>
                    <a:pt x="358156" y="1287907"/>
                  </a:lnTo>
                  <a:lnTo>
                    <a:pt x="318825" y="1264232"/>
                  </a:lnTo>
                  <a:lnTo>
                    <a:pt x="281250" y="1238260"/>
                  </a:lnTo>
                  <a:lnTo>
                    <a:pt x="245540" y="1210094"/>
                  </a:lnTo>
                  <a:lnTo>
                    <a:pt x="211802" y="1179837"/>
                  </a:lnTo>
                  <a:lnTo>
                    <a:pt x="180145" y="1147593"/>
                  </a:lnTo>
                  <a:lnTo>
                    <a:pt x="150675" y="1113463"/>
                  </a:lnTo>
                  <a:lnTo>
                    <a:pt x="123500" y="1077551"/>
                  </a:lnTo>
                  <a:lnTo>
                    <a:pt x="98729" y="1039960"/>
                  </a:lnTo>
                  <a:lnTo>
                    <a:pt x="76469" y="1000793"/>
                  </a:lnTo>
                  <a:lnTo>
                    <a:pt x="56827" y="960152"/>
                  </a:lnTo>
                  <a:lnTo>
                    <a:pt x="39912" y="918141"/>
                  </a:lnTo>
                  <a:lnTo>
                    <a:pt x="25831" y="874863"/>
                  </a:lnTo>
                  <a:lnTo>
                    <a:pt x="14691" y="830420"/>
                  </a:lnTo>
                  <a:lnTo>
                    <a:pt x="6601" y="784915"/>
                  </a:lnTo>
                  <a:lnTo>
                    <a:pt x="1668" y="738452"/>
                  </a:lnTo>
                  <a:lnTo>
                    <a:pt x="0" y="691134"/>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24" name="Google Shape;124;p19"/>
            <p:cNvSpPr/>
            <p:nvPr/>
          </p:nvSpPr>
          <p:spPr>
            <a:xfrm>
              <a:off x="4943855" y="2252472"/>
              <a:ext cx="1405255" cy="1382395"/>
            </a:xfrm>
            <a:custGeom>
              <a:rect b="b" l="l" r="r" t="t"/>
              <a:pathLst>
                <a:path extrusionOk="0" h="1382395" w="1405254">
                  <a:moveTo>
                    <a:pt x="702564" y="0"/>
                  </a:moveTo>
                  <a:lnTo>
                    <a:pt x="654462" y="1594"/>
                  </a:lnTo>
                  <a:lnTo>
                    <a:pt x="607231" y="6309"/>
                  </a:lnTo>
                  <a:lnTo>
                    <a:pt x="560974" y="14041"/>
                  </a:lnTo>
                  <a:lnTo>
                    <a:pt x="515796" y="24688"/>
                  </a:lnTo>
                  <a:lnTo>
                    <a:pt x="471802" y="38146"/>
                  </a:lnTo>
                  <a:lnTo>
                    <a:pt x="429096" y="54313"/>
                  </a:lnTo>
                  <a:lnTo>
                    <a:pt x="387783" y="73085"/>
                  </a:lnTo>
                  <a:lnTo>
                    <a:pt x="347968" y="94361"/>
                  </a:lnTo>
                  <a:lnTo>
                    <a:pt x="309755" y="118035"/>
                  </a:lnTo>
                  <a:lnTo>
                    <a:pt x="273250" y="144007"/>
                  </a:lnTo>
                  <a:lnTo>
                    <a:pt x="238556" y="172173"/>
                  </a:lnTo>
                  <a:lnTo>
                    <a:pt x="205778" y="202430"/>
                  </a:lnTo>
                  <a:lnTo>
                    <a:pt x="175021" y="234674"/>
                  </a:lnTo>
                  <a:lnTo>
                    <a:pt x="146389" y="268804"/>
                  </a:lnTo>
                  <a:lnTo>
                    <a:pt x="119988" y="304716"/>
                  </a:lnTo>
                  <a:lnTo>
                    <a:pt x="95921" y="342307"/>
                  </a:lnTo>
                  <a:lnTo>
                    <a:pt x="74294" y="381474"/>
                  </a:lnTo>
                  <a:lnTo>
                    <a:pt x="55211" y="422115"/>
                  </a:lnTo>
                  <a:lnTo>
                    <a:pt x="38777" y="464126"/>
                  </a:lnTo>
                  <a:lnTo>
                    <a:pt x="25096" y="507404"/>
                  </a:lnTo>
                  <a:lnTo>
                    <a:pt x="14273" y="551847"/>
                  </a:lnTo>
                  <a:lnTo>
                    <a:pt x="6413" y="597352"/>
                  </a:lnTo>
                  <a:lnTo>
                    <a:pt x="1620" y="643815"/>
                  </a:lnTo>
                  <a:lnTo>
                    <a:pt x="0" y="691134"/>
                  </a:lnTo>
                  <a:lnTo>
                    <a:pt x="1620" y="738452"/>
                  </a:lnTo>
                  <a:lnTo>
                    <a:pt x="6413" y="784915"/>
                  </a:lnTo>
                  <a:lnTo>
                    <a:pt x="14273" y="830420"/>
                  </a:lnTo>
                  <a:lnTo>
                    <a:pt x="25096" y="874863"/>
                  </a:lnTo>
                  <a:lnTo>
                    <a:pt x="38777" y="918141"/>
                  </a:lnTo>
                  <a:lnTo>
                    <a:pt x="55211" y="960152"/>
                  </a:lnTo>
                  <a:lnTo>
                    <a:pt x="74294" y="1000793"/>
                  </a:lnTo>
                  <a:lnTo>
                    <a:pt x="95921" y="1039960"/>
                  </a:lnTo>
                  <a:lnTo>
                    <a:pt x="119988" y="1077551"/>
                  </a:lnTo>
                  <a:lnTo>
                    <a:pt x="146389" y="1113463"/>
                  </a:lnTo>
                  <a:lnTo>
                    <a:pt x="175021" y="1147593"/>
                  </a:lnTo>
                  <a:lnTo>
                    <a:pt x="205778" y="1179837"/>
                  </a:lnTo>
                  <a:lnTo>
                    <a:pt x="238556" y="1210094"/>
                  </a:lnTo>
                  <a:lnTo>
                    <a:pt x="273250" y="1238260"/>
                  </a:lnTo>
                  <a:lnTo>
                    <a:pt x="309755" y="1264232"/>
                  </a:lnTo>
                  <a:lnTo>
                    <a:pt x="347968" y="1287907"/>
                  </a:lnTo>
                  <a:lnTo>
                    <a:pt x="387783" y="1309182"/>
                  </a:lnTo>
                  <a:lnTo>
                    <a:pt x="429096" y="1327954"/>
                  </a:lnTo>
                  <a:lnTo>
                    <a:pt x="471802" y="1344121"/>
                  </a:lnTo>
                  <a:lnTo>
                    <a:pt x="515796" y="1357579"/>
                  </a:lnTo>
                  <a:lnTo>
                    <a:pt x="560974" y="1368226"/>
                  </a:lnTo>
                  <a:lnTo>
                    <a:pt x="607231" y="1375958"/>
                  </a:lnTo>
                  <a:lnTo>
                    <a:pt x="654462" y="1380673"/>
                  </a:lnTo>
                  <a:lnTo>
                    <a:pt x="702564" y="1382268"/>
                  </a:lnTo>
                  <a:lnTo>
                    <a:pt x="750665" y="1380673"/>
                  </a:lnTo>
                  <a:lnTo>
                    <a:pt x="797896" y="1375958"/>
                  </a:lnTo>
                  <a:lnTo>
                    <a:pt x="844153" y="1368226"/>
                  </a:lnTo>
                  <a:lnTo>
                    <a:pt x="889331" y="1357579"/>
                  </a:lnTo>
                  <a:lnTo>
                    <a:pt x="933325" y="1344121"/>
                  </a:lnTo>
                  <a:lnTo>
                    <a:pt x="976031" y="1327954"/>
                  </a:lnTo>
                  <a:lnTo>
                    <a:pt x="1017344" y="1309182"/>
                  </a:lnTo>
                  <a:lnTo>
                    <a:pt x="1057159" y="1287907"/>
                  </a:lnTo>
                  <a:lnTo>
                    <a:pt x="1095372" y="1264232"/>
                  </a:lnTo>
                  <a:lnTo>
                    <a:pt x="1131877" y="1238260"/>
                  </a:lnTo>
                  <a:lnTo>
                    <a:pt x="1166571" y="1210094"/>
                  </a:lnTo>
                  <a:lnTo>
                    <a:pt x="1199349" y="1179837"/>
                  </a:lnTo>
                  <a:lnTo>
                    <a:pt x="1230106" y="1147593"/>
                  </a:lnTo>
                  <a:lnTo>
                    <a:pt x="1258738" y="1113463"/>
                  </a:lnTo>
                  <a:lnTo>
                    <a:pt x="1285139" y="1077551"/>
                  </a:lnTo>
                  <a:lnTo>
                    <a:pt x="1309206" y="1039960"/>
                  </a:lnTo>
                  <a:lnTo>
                    <a:pt x="1330833" y="1000793"/>
                  </a:lnTo>
                  <a:lnTo>
                    <a:pt x="1349916" y="960152"/>
                  </a:lnTo>
                  <a:lnTo>
                    <a:pt x="1366350" y="918141"/>
                  </a:lnTo>
                  <a:lnTo>
                    <a:pt x="1380031" y="874863"/>
                  </a:lnTo>
                  <a:lnTo>
                    <a:pt x="1390854" y="830420"/>
                  </a:lnTo>
                  <a:lnTo>
                    <a:pt x="1398714" y="784915"/>
                  </a:lnTo>
                  <a:lnTo>
                    <a:pt x="1403507" y="738452"/>
                  </a:lnTo>
                  <a:lnTo>
                    <a:pt x="1405128" y="691134"/>
                  </a:lnTo>
                  <a:lnTo>
                    <a:pt x="1403507" y="643815"/>
                  </a:lnTo>
                  <a:lnTo>
                    <a:pt x="1398714" y="597352"/>
                  </a:lnTo>
                  <a:lnTo>
                    <a:pt x="1390854" y="551847"/>
                  </a:lnTo>
                  <a:lnTo>
                    <a:pt x="1380031" y="507404"/>
                  </a:lnTo>
                  <a:lnTo>
                    <a:pt x="1366350" y="464126"/>
                  </a:lnTo>
                  <a:lnTo>
                    <a:pt x="1349916" y="422115"/>
                  </a:lnTo>
                  <a:lnTo>
                    <a:pt x="1330833" y="381474"/>
                  </a:lnTo>
                  <a:lnTo>
                    <a:pt x="1309206" y="342307"/>
                  </a:lnTo>
                  <a:lnTo>
                    <a:pt x="1285139" y="304716"/>
                  </a:lnTo>
                  <a:lnTo>
                    <a:pt x="1258738" y="268804"/>
                  </a:lnTo>
                  <a:lnTo>
                    <a:pt x="1230106" y="234674"/>
                  </a:lnTo>
                  <a:lnTo>
                    <a:pt x="1199349" y="202430"/>
                  </a:lnTo>
                  <a:lnTo>
                    <a:pt x="1166571" y="172173"/>
                  </a:lnTo>
                  <a:lnTo>
                    <a:pt x="1131877" y="144007"/>
                  </a:lnTo>
                  <a:lnTo>
                    <a:pt x="1095372" y="118035"/>
                  </a:lnTo>
                  <a:lnTo>
                    <a:pt x="1057159" y="94361"/>
                  </a:lnTo>
                  <a:lnTo>
                    <a:pt x="1017344" y="73085"/>
                  </a:lnTo>
                  <a:lnTo>
                    <a:pt x="976031" y="54313"/>
                  </a:lnTo>
                  <a:lnTo>
                    <a:pt x="933325" y="38146"/>
                  </a:lnTo>
                  <a:lnTo>
                    <a:pt x="889331" y="24688"/>
                  </a:lnTo>
                  <a:lnTo>
                    <a:pt x="844153" y="14041"/>
                  </a:lnTo>
                  <a:lnTo>
                    <a:pt x="797896" y="6309"/>
                  </a:lnTo>
                  <a:lnTo>
                    <a:pt x="750665" y="1594"/>
                  </a:lnTo>
                  <a:lnTo>
                    <a:pt x="702564"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25" name="Google Shape;125;p19"/>
            <p:cNvSpPr/>
            <p:nvPr/>
          </p:nvSpPr>
          <p:spPr>
            <a:xfrm>
              <a:off x="4943855" y="2252472"/>
              <a:ext cx="1405255" cy="1382395"/>
            </a:xfrm>
            <a:custGeom>
              <a:rect b="b" l="l" r="r" t="t"/>
              <a:pathLst>
                <a:path extrusionOk="0" h="1382395" w="1405254">
                  <a:moveTo>
                    <a:pt x="0" y="691134"/>
                  </a:moveTo>
                  <a:lnTo>
                    <a:pt x="1620" y="643815"/>
                  </a:lnTo>
                  <a:lnTo>
                    <a:pt x="6413" y="597352"/>
                  </a:lnTo>
                  <a:lnTo>
                    <a:pt x="14273" y="551847"/>
                  </a:lnTo>
                  <a:lnTo>
                    <a:pt x="25096" y="507404"/>
                  </a:lnTo>
                  <a:lnTo>
                    <a:pt x="38777" y="464126"/>
                  </a:lnTo>
                  <a:lnTo>
                    <a:pt x="55211" y="422115"/>
                  </a:lnTo>
                  <a:lnTo>
                    <a:pt x="74294" y="381474"/>
                  </a:lnTo>
                  <a:lnTo>
                    <a:pt x="95921" y="342307"/>
                  </a:lnTo>
                  <a:lnTo>
                    <a:pt x="119988" y="304716"/>
                  </a:lnTo>
                  <a:lnTo>
                    <a:pt x="146389" y="268804"/>
                  </a:lnTo>
                  <a:lnTo>
                    <a:pt x="175021" y="234674"/>
                  </a:lnTo>
                  <a:lnTo>
                    <a:pt x="205778" y="202430"/>
                  </a:lnTo>
                  <a:lnTo>
                    <a:pt x="238556" y="172173"/>
                  </a:lnTo>
                  <a:lnTo>
                    <a:pt x="273250" y="144007"/>
                  </a:lnTo>
                  <a:lnTo>
                    <a:pt x="309755" y="118035"/>
                  </a:lnTo>
                  <a:lnTo>
                    <a:pt x="347968" y="94361"/>
                  </a:lnTo>
                  <a:lnTo>
                    <a:pt x="387783" y="73085"/>
                  </a:lnTo>
                  <a:lnTo>
                    <a:pt x="429096" y="54313"/>
                  </a:lnTo>
                  <a:lnTo>
                    <a:pt x="471802" y="38146"/>
                  </a:lnTo>
                  <a:lnTo>
                    <a:pt x="515796" y="24688"/>
                  </a:lnTo>
                  <a:lnTo>
                    <a:pt x="560974" y="14041"/>
                  </a:lnTo>
                  <a:lnTo>
                    <a:pt x="607231" y="6309"/>
                  </a:lnTo>
                  <a:lnTo>
                    <a:pt x="654462" y="1594"/>
                  </a:lnTo>
                  <a:lnTo>
                    <a:pt x="702564" y="0"/>
                  </a:lnTo>
                  <a:lnTo>
                    <a:pt x="750665" y="1594"/>
                  </a:lnTo>
                  <a:lnTo>
                    <a:pt x="797896" y="6309"/>
                  </a:lnTo>
                  <a:lnTo>
                    <a:pt x="844153" y="14041"/>
                  </a:lnTo>
                  <a:lnTo>
                    <a:pt x="889331" y="24688"/>
                  </a:lnTo>
                  <a:lnTo>
                    <a:pt x="933325" y="38146"/>
                  </a:lnTo>
                  <a:lnTo>
                    <a:pt x="976031" y="54313"/>
                  </a:lnTo>
                  <a:lnTo>
                    <a:pt x="1017344" y="73085"/>
                  </a:lnTo>
                  <a:lnTo>
                    <a:pt x="1057159" y="94361"/>
                  </a:lnTo>
                  <a:lnTo>
                    <a:pt x="1095372" y="118035"/>
                  </a:lnTo>
                  <a:lnTo>
                    <a:pt x="1131877" y="144007"/>
                  </a:lnTo>
                  <a:lnTo>
                    <a:pt x="1166571" y="172173"/>
                  </a:lnTo>
                  <a:lnTo>
                    <a:pt x="1199349" y="202430"/>
                  </a:lnTo>
                  <a:lnTo>
                    <a:pt x="1230106" y="234674"/>
                  </a:lnTo>
                  <a:lnTo>
                    <a:pt x="1258738" y="268804"/>
                  </a:lnTo>
                  <a:lnTo>
                    <a:pt x="1285139" y="304716"/>
                  </a:lnTo>
                  <a:lnTo>
                    <a:pt x="1309206" y="342307"/>
                  </a:lnTo>
                  <a:lnTo>
                    <a:pt x="1330833" y="381474"/>
                  </a:lnTo>
                  <a:lnTo>
                    <a:pt x="1349916" y="422115"/>
                  </a:lnTo>
                  <a:lnTo>
                    <a:pt x="1366350" y="464126"/>
                  </a:lnTo>
                  <a:lnTo>
                    <a:pt x="1380031" y="507404"/>
                  </a:lnTo>
                  <a:lnTo>
                    <a:pt x="1390854" y="551847"/>
                  </a:lnTo>
                  <a:lnTo>
                    <a:pt x="1398714" y="597352"/>
                  </a:lnTo>
                  <a:lnTo>
                    <a:pt x="1403507" y="643815"/>
                  </a:lnTo>
                  <a:lnTo>
                    <a:pt x="1405128" y="691134"/>
                  </a:lnTo>
                  <a:lnTo>
                    <a:pt x="1403507" y="738452"/>
                  </a:lnTo>
                  <a:lnTo>
                    <a:pt x="1398714" y="784915"/>
                  </a:lnTo>
                  <a:lnTo>
                    <a:pt x="1390854" y="830420"/>
                  </a:lnTo>
                  <a:lnTo>
                    <a:pt x="1380031" y="874863"/>
                  </a:lnTo>
                  <a:lnTo>
                    <a:pt x="1366350" y="918141"/>
                  </a:lnTo>
                  <a:lnTo>
                    <a:pt x="1349916" y="960152"/>
                  </a:lnTo>
                  <a:lnTo>
                    <a:pt x="1330833" y="1000793"/>
                  </a:lnTo>
                  <a:lnTo>
                    <a:pt x="1309206" y="1039960"/>
                  </a:lnTo>
                  <a:lnTo>
                    <a:pt x="1285139" y="1077551"/>
                  </a:lnTo>
                  <a:lnTo>
                    <a:pt x="1258738" y="1113463"/>
                  </a:lnTo>
                  <a:lnTo>
                    <a:pt x="1230106" y="1147593"/>
                  </a:lnTo>
                  <a:lnTo>
                    <a:pt x="1199349" y="1179837"/>
                  </a:lnTo>
                  <a:lnTo>
                    <a:pt x="1166571" y="1210094"/>
                  </a:lnTo>
                  <a:lnTo>
                    <a:pt x="1131877" y="1238260"/>
                  </a:lnTo>
                  <a:lnTo>
                    <a:pt x="1095372" y="1264232"/>
                  </a:lnTo>
                  <a:lnTo>
                    <a:pt x="1057159" y="1287907"/>
                  </a:lnTo>
                  <a:lnTo>
                    <a:pt x="1017344" y="1309182"/>
                  </a:lnTo>
                  <a:lnTo>
                    <a:pt x="976031" y="1327954"/>
                  </a:lnTo>
                  <a:lnTo>
                    <a:pt x="933325" y="1344121"/>
                  </a:lnTo>
                  <a:lnTo>
                    <a:pt x="889331" y="1357579"/>
                  </a:lnTo>
                  <a:lnTo>
                    <a:pt x="844153" y="1368226"/>
                  </a:lnTo>
                  <a:lnTo>
                    <a:pt x="797896" y="1375958"/>
                  </a:lnTo>
                  <a:lnTo>
                    <a:pt x="750665" y="1380673"/>
                  </a:lnTo>
                  <a:lnTo>
                    <a:pt x="702564" y="1382268"/>
                  </a:lnTo>
                  <a:lnTo>
                    <a:pt x="654462" y="1380673"/>
                  </a:lnTo>
                  <a:lnTo>
                    <a:pt x="607231" y="1375958"/>
                  </a:lnTo>
                  <a:lnTo>
                    <a:pt x="560974" y="1368226"/>
                  </a:lnTo>
                  <a:lnTo>
                    <a:pt x="515796" y="1357579"/>
                  </a:lnTo>
                  <a:lnTo>
                    <a:pt x="471802" y="1344121"/>
                  </a:lnTo>
                  <a:lnTo>
                    <a:pt x="429096" y="1327954"/>
                  </a:lnTo>
                  <a:lnTo>
                    <a:pt x="387783" y="1309182"/>
                  </a:lnTo>
                  <a:lnTo>
                    <a:pt x="347968" y="1287907"/>
                  </a:lnTo>
                  <a:lnTo>
                    <a:pt x="309755" y="1264232"/>
                  </a:lnTo>
                  <a:lnTo>
                    <a:pt x="273250" y="1238260"/>
                  </a:lnTo>
                  <a:lnTo>
                    <a:pt x="238556" y="1210094"/>
                  </a:lnTo>
                  <a:lnTo>
                    <a:pt x="205778" y="1179837"/>
                  </a:lnTo>
                  <a:lnTo>
                    <a:pt x="175021" y="1147593"/>
                  </a:lnTo>
                  <a:lnTo>
                    <a:pt x="146389" y="1113463"/>
                  </a:lnTo>
                  <a:lnTo>
                    <a:pt x="119988" y="1077551"/>
                  </a:lnTo>
                  <a:lnTo>
                    <a:pt x="95921" y="1039960"/>
                  </a:lnTo>
                  <a:lnTo>
                    <a:pt x="74294" y="1000793"/>
                  </a:lnTo>
                  <a:lnTo>
                    <a:pt x="55211" y="960152"/>
                  </a:lnTo>
                  <a:lnTo>
                    <a:pt x="38777" y="918141"/>
                  </a:lnTo>
                  <a:lnTo>
                    <a:pt x="25096" y="874863"/>
                  </a:lnTo>
                  <a:lnTo>
                    <a:pt x="14273" y="830420"/>
                  </a:lnTo>
                  <a:lnTo>
                    <a:pt x="6413" y="784915"/>
                  </a:lnTo>
                  <a:lnTo>
                    <a:pt x="1620" y="738452"/>
                  </a:lnTo>
                  <a:lnTo>
                    <a:pt x="0" y="691134"/>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26" name="Google Shape;126;p19"/>
          <p:cNvSpPr txBox="1"/>
          <p:nvPr/>
        </p:nvSpPr>
        <p:spPr>
          <a:xfrm>
            <a:off x="3864905" y="2229249"/>
            <a:ext cx="252285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4E3629"/>
                </a:solidFill>
                <a:latin typeface="Calibri"/>
                <a:ea typeface="Calibri"/>
                <a:cs typeface="Calibri"/>
                <a:sym typeface="Calibri"/>
              </a:rPr>
              <a:t>A	B</a:t>
            </a:r>
            <a:endParaRPr sz="2000">
              <a:latin typeface="Calibri"/>
              <a:ea typeface="Calibri"/>
              <a:cs typeface="Calibri"/>
              <a:sym typeface="Calibri"/>
            </a:endParaRPr>
          </a:p>
        </p:txBody>
      </p:sp>
      <p:grpSp>
        <p:nvGrpSpPr>
          <p:cNvPr id="127" name="Google Shape;127;p19"/>
          <p:cNvGrpSpPr/>
          <p:nvPr/>
        </p:nvGrpSpPr>
        <p:grpSpPr>
          <a:xfrm>
            <a:off x="4943852" y="2435351"/>
            <a:ext cx="420370" cy="1003935"/>
            <a:chOff x="4943852" y="2435351"/>
            <a:chExt cx="420370" cy="1003935"/>
          </a:xfrm>
        </p:grpSpPr>
        <p:sp>
          <p:nvSpPr>
            <p:cNvPr id="128" name="Google Shape;128;p19"/>
            <p:cNvSpPr/>
            <p:nvPr/>
          </p:nvSpPr>
          <p:spPr>
            <a:xfrm>
              <a:off x="4943852" y="2435351"/>
              <a:ext cx="420370" cy="1003935"/>
            </a:xfrm>
            <a:custGeom>
              <a:rect b="b" l="l" r="r" t="t"/>
              <a:pathLst>
                <a:path extrusionOk="0" h="1003935" w="420370">
                  <a:moveTo>
                    <a:pt x="209918" y="0"/>
                  </a:moveTo>
                  <a:lnTo>
                    <a:pt x="199580" y="10452"/>
                  </a:lnTo>
                  <a:lnTo>
                    <a:pt x="186855" y="21653"/>
                  </a:lnTo>
                  <a:lnTo>
                    <a:pt x="175729" y="32854"/>
                  </a:lnTo>
                  <a:lnTo>
                    <a:pt x="143128" y="71678"/>
                  </a:lnTo>
                  <a:lnTo>
                    <a:pt x="113703" y="112001"/>
                  </a:lnTo>
                  <a:lnTo>
                    <a:pt x="87464" y="156806"/>
                  </a:lnTo>
                  <a:lnTo>
                    <a:pt x="79514" y="170992"/>
                  </a:lnTo>
                  <a:lnTo>
                    <a:pt x="72364" y="185928"/>
                  </a:lnTo>
                  <a:lnTo>
                    <a:pt x="64414" y="200863"/>
                  </a:lnTo>
                  <a:lnTo>
                    <a:pt x="56464" y="218033"/>
                  </a:lnTo>
                  <a:lnTo>
                    <a:pt x="50888" y="234467"/>
                  </a:lnTo>
                  <a:lnTo>
                    <a:pt x="44526" y="250151"/>
                  </a:lnTo>
                  <a:lnTo>
                    <a:pt x="33400" y="285242"/>
                  </a:lnTo>
                  <a:lnTo>
                    <a:pt x="28625" y="300926"/>
                  </a:lnTo>
                  <a:lnTo>
                    <a:pt x="23863" y="318096"/>
                  </a:lnTo>
                  <a:lnTo>
                    <a:pt x="18287" y="336016"/>
                  </a:lnTo>
                  <a:lnTo>
                    <a:pt x="15112" y="353936"/>
                  </a:lnTo>
                  <a:lnTo>
                    <a:pt x="11137" y="371856"/>
                  </a:lnTo>
                  <a:lnTo>
                    <a:pt x="7950" y="389775"/>
                  </a:lnTo>
                  <a:lnTo>
                    <a:pt x="3187" y="426364"/>
                  </a:lnTo>
                  <a:lnTo>
                    <a:pt x="1600" y="444284"/>
                  </a:lnTo>
                  <a:lnTo>
                    <a:pt x="0" y="483870"/>
                  </a:lnTo>
                  <a:lnTo>
                    <a:pt x="0" y="518960"/>
                  </a:lnTo>
                  <a:lnTo>
                    <a:pt x="1600" y="558533"/>
                  </a:lnTo>
                  <a:lnTo>
                    <a:pt x="7950" y="613041"/>
                  </a:lnTo>
                  <a:lnTo>
                    <a:pt x="15112" y="648881"/>
                  </a:lnTo>
                  <a:lnTo>
                    <a:pt x="18287" y="666800"/>
                  </a:lnTo>
                  <a:lnTo>
                    <a:pt x="23863" y="684720"/>
                  </a:lnTo>
                  <a:lnTo>
                    <a:pt x="27038" y="701903"/>
                  </a:lnTo>
                  <a:lnTo>
                    <a:pt x="33400" y="717588"/>
                  </a:lnTo>
                  <a:lnTo>
                    <a:pt x="37376" y="734758"/>
                  </a:lnTo>
                  <a:lnTo>
                    <a:pt x="43738" y="752678"/>
                  </a:lnTo>
                  <a:lnTo>
                    <a:pt x="50888" y="768362"/>
                  </a:lnTo>
                  <a:lnTo>
                    <a:pt x="56464" y="784783"/>
                  </a:lnTo>
                  <a:lnTo>
                    <a:pt x="64414" y="800468"/>
                  </a:lnTo>
                  <a:lnTo>
                    <a:pt x="70764" y="815403"/>
                  </a:lnTo>
                  <a:lnTo>
                    <a:pt x="79514" y="831824"/>
                  </a:lnTo>
                  <a:lnTo>
                    <a:pt x="87464" y="846010"/>
                  </a:lnTo>
                  <a:lnTo>
                    <a:pt x="94627" y="860945"/>
                  </a:lnTo>
                  <a:lnTo>
                    <a:pt x="104165" y="876630"/>
                  </a:lnTo>
                  <a:lnTo>
                    <a:pt x="113703" y="889317"/>
                  </a:lnTo>
                  <a:lnTo>
                    <a:pt x="123253" y="903516"/>
                  </a:lnTo>
                  <a:lnTo>
                    <a:pt x="132791" y="916952"/>
                  </a:lnTo>
                  <a:lnTo>
                    <a:pt x="142328" y="931138"/>
                  </a:lnTo>
                  <a:lnTo>
                    <a:pt x="153466" y="943089"/>
                  </a:lnTo>
                  <a:lnTo>
                    <a:pt x="174142" y="968476"/>
                  </a:lnTo>
                  <a:lnTo>
                    <a:pt x="185267" y="981163"/>
                  </a:lnTo>
                  <a:lnTo>
                    <a:pt x="209118" y="1003566"/>
                  </a:lnTo>
                  <a:lnTo>
                    <a:pt x="232981" y="981163"/>
                  </a:lnTo>
                  <a:lnTo>
                    <a:pt x="243319" y="968476"/>
                  </a:lnTo>
                  <a:lnTo>
                    <a:pt x="255244" y="955776"/>
                  </a:lnTo>
                  <a:lnTo>
                    <a:pt x="265582" y="943089"/>
                  </a:lnTo>
                  <a:lnTo>
                    <a:pt x="275920" y="931138"/>
                  </a:lnTo>
                  <a:lnTo>
                    <a:pt x="295795" y="903516"/>
                  </a:lnTo>
                  <a:lnTo>
                    <a:pt x="314871" y="875131"/>
                  </a:lnTo>
                  <a:lnTo>
                    <a:pt x="323621" y="860945"/>
                  </a:lnTo>
                  <a:lnTo>
                    <a:pt x="339521" y="831075"/>
                  </a:lnTo>
                  <a:lnTo>
                    <a:pt x="348272" y="815403"/>
                  </a:lnTo>
                  <a:lnTo>
                    <a:pt x="354634" y="800468"/>
                  </a:lnTo>
                  <a:lnTo>
                    <a:pt x="362584" y="784783"/>
                  </a:lnTo>
                  <a:lnTo>
                    <a:pt x="368147" y="768362"/>
                  </a:lnTo>
                  <a:lnTo>
                    <a:pt x="387235" y="717588"/>
                  </a:lnTo>
                  <a:lnTo>
                    <a:pt x="400748" y="666800"/>
                  </a:lnTo>
                  <a:lnTo>
                    <a:pt x="405523" y="648881"/>
                  </a:lnTo>
                  <a:lnTo>
                    <a:pt x="408698" y="630961"/>
                  </a:lnTo>
                  <a:lnTo>
                    <a:pt x="415861" y="574967"/>
                  </a:lnTo>
                  <a:lnTo>
                    <a:pt x="417448" y="557034"/>
                  </a:lnTo>
                  <a:lnTo>
                    <a:pt x="418236" y="539115"/>
                  </a:lnTo>
                  <a:lnTo>
                    <a:pt x="419836" y="518960"/>
                  </a:lnTo>
                  <a:lnTo>
                    <a:pt x="419836" y="481622"/>
                  </a:lnTo>
                  <a:lnTo>
                    <a:pt x="418236" y="462203"/>
                  </a:lnTo>
                  <a:lnTo>
                    <a:pt x="417448" y="444284"/>
                  </a:lnTo>
                  <a:lnTo>
                    <a:pt x="415861" y="426364"/>
                  </a:lnTo>
                  <a:lnTo>
                    <a:pt x="408698" y="370370"/>
                  </a:lnTo>
                  <a:lnTo>
                    <a:pt x="405523" y="352437"/>
                  </a:lnTo>
                  <a:lnTo>
                    <a:pt x="400748" y="334518"/>
                  </a:lnTo>
                  <a:lnTo>
                    <a:pt x="391998" y="299427"/>
                  </a:lnTo>
                  <a:lnTo>
                    <a:pt x="387235" y="283006"/>
                  </a:lnTo>
                  <a:lnTo>
                    <a:pt x="381660" y="266573"/>
                  </a:lnTo>
                  <a:lnTo>
                    <a:pt x="375310" y="250151"/>
                  </a:lnTo>
                  <a:lnTo>
                    <a:pt x="369735" y="232968"/>
                  </a:lnTo>
                  <a:lnTo>
                    <a:pt x="356222" y="200863"/>
                  </a:lnTo>
                  <a:lnTo>
                    <a:pt x="348272" y="185928"/>
                  </a:lnTo>
                  <a:lnTo>
                    <a:pt x="341109" y="170992"/>
                  </a:lnTo>
                  <a:lnTo>
                    <a:pt x="332371" y="155308"/>
                  </a:lnTo>
                  <a:lnTo>
                    <a:pt x="324421" y="141871"/>
                  </a:lnTo>
                  <a:lnTo>
                    <a:pt x="306133" y="112001"/>
                  </a:lnTo>
                  <a:lnTo>
                    <a:pt x="296583" y="98564"/>
                  </a:lnTo>
                  <a:lnTo>
                    <a:pt x="287845" y="84378"/>
                  </a:lnTo>
                  <a:lnTo>
                    <a:pt x="276707" y="71678"/>
                  </a:lnTo>
                  <a:lnTo>
                    <a:pt x="267169" y="57492"/>
                  </a:lnTo>
                  <a:lnTo>
                    <a:pt x="256031" y="45554"/>
                  </a:lnTo>
                  <a:lnTo>
                    <a:pt x="245694" y="32854"/>
                  </a:lnTo>
                  <a:lnTo>
                    <a:pt x="221843" y="10452"/>
                  </a:lnTo>
                  <a:lnTo>
                    <a:pt x="209918"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29" name="Google Shape;129;p19"/>
            <p:cNvSpPr/>
            <p:nvPr/>
          </p:nvSpPr>
          <p:spPr>
            <a:xfrm>
              <a:off x="4943852" y="2435351"/>
              <a:ext cx="420370" cy="1003935"/>
            </a:xfrm>
            <a:custGeom>
              <a:rect b="b" l="l" r="r" t="t"/>
              <a:pathLst>
                <a:path extrusionOk="0" h="1003935" w="420370">
                  <a:moveTo>
                    <a:pt x="209918" y="0"/>
                  </a:moveTo>
                  <a:lnTo>
                    <a:pt x="221843" y="10452"/>
                  </a:lnTo>
                  <a:lnTo>
                    <a:pt x="233768" y="21653"/>
                  </a:lnTo>
                  <a:lnTo>
                    <a:pt x="245694" y="32854"/>
                  </a:lnTo>
                  <a:lnTo>
                    <a:pt x="256031" y="45554"/>
                  </a:lnTo>
                  <a:lnTo>
                    <a:pt x="267169" y="57492"/>
                  </a:lnTo>
                  <a:lnTo>
                    <a:pt x="276707" y="71678"/>
                  </a:lnTo>
                  <a:lnTo>
                    <a:pt x="287845" y="84378"/>
                  </a:lnTo>
                  <a:lnTo>
                    <a:pt x="296583" y="98564"/>
                  </a:lnTo>
                  <a:lnTo>
                    <a:pt x="306133" y="112001"/>
                  </a:lnTo>
                  <a:lnTo>
                    <a:pt x="332371" y="155308"/>
                  </a:lnTo>
                  <a:lnTo>
                    <a:pt x="348272" y="185928"/>
                  </a:lnTo>
                  <a:lnTo>
                    <a:pt x="356222" y="200863"/>
                  </a:lnTo>
                  <a:lnTo>
                    <a:pt x="363372" y="218033"/>
                  </a:lnTo>
                  <a:lnTo>
                    <a:pt x="369735" y="232968"/>
                  </a:lnTo>
                  <a:lnTo>
                    <a:pt x="375310" y="250151"/>
                  </a:lnTo>
                  <a:lnTo>
                    <a:pt x="391998" y="299427"/>
                  </a:lnTo>
                  <a:lnTo>
                    <a:pt x="400748" y="334518"/>
                  </a:lnTo>
                  <a:lnTo>
                    <a:pt x="405523" y="352437"/>
                  </a:lnTo>
                  <a:lnTo>
                    <a:pt x="408698" y="370370"/>
                  </a:lnTo>
                  <a:lnTo>
                    <a:pt x="411086" y="389026"/>
                  </a:lnTo>
                  <a:lnTo>
                    <a:pt x="413473" y="406958"/>
                  </a:lnTo>
                  <a:lnTo>
                    <a:pt x="415861" y="426364"/>
                  </a:lnTo>
                  <a:lnTo>
                    <a:pt x="417448" y="444284"/>
                  </a:lnTo>
                  <a:lnTo>
                    <a:pt x="418236" y="462203"/>
                  </a:lnTo>
                  <a:lnTo>
                    <a:pt x="419836" y="481622"/>
                  </a:lnTo>
                  <a:lnTo>
                    <a:pt x="419836" y="501789"/>
                  </a:lnTo>
                  <a:lnTo>
                    <a:pt x="419836" y="518960"/>
                  </a:lnTo>
                  <a:lnTo>
                    <a:pt x="418236" y="539115"/>
                  </a:lnTo>
                  <a:lnTo>
                    <a:pt x="413473" y="594372"/>
                  </a:lnTo>
                  <a:lnTo>
                    <a:pt x="405523" y="648881"/>
                  </a:lnTo>
                  <a:lnTo>
                    <a:pt x="400748" y="666800"/>
                  </a:lnTo>
                  <a:lnTo>
                    <a:pt x="396773" y="683983"/>
                  </a:lnTo>
                  <a:lnTo>
                    <a:pt x="381660" y="734758"/>
                  </a:lnTo>
                  <a:lnTo>
                    <a:pt x="368147" y="768362"/>
                  </a:lnTo>
                  <a:lnTo>
                    <a:pt x="362584" y="784783"/>
                  </a:lnTo>
                  <a:lnTo>
                    <a:pt x="354634" y="800468"/>
                  </a:lnTo>
                  <a:lnTo>
                    <a:pt x="348272" y="815403"/>
                  </a:lnTo>
                  <a:lnTo>
                    <a:pt x="339521" y="831075"/>
                  </a:lnTo>
                  <a:lnTo>
                    <a:pt x="331571" y="846010"/>
                  </a:lnTo>
                  <a:lnTo>
                    <a:pt x="323621" y="860945"/>
                  </a:lnTo>
                  <a:lnTo>
                    <a:pt x="314871" y="875131"/>
                  </a:lnTo>
                  <a:lnTo>
                    <a:pt x="305333" y="889317"/>
                  </a:lnTo>
                  <a:lnTo>
                    <a:pt x="295795" y="903516"/>
                  </a:lnTo>
                  <a:lnTo>
                    <a:pt x="286245" y="916952"/>
                  </a:lnTo>
                  <a:lnTo>
                    <a:pt x="275920" y="931138"/>
                  </a:lnTo>
                  <a:lnTo>
                    <a:pt x="265582" y="943089"/>
                  </a:lnTo>
                  <a:lnTo>
                    <a:pt x="255244" y="955776"/>
                  </a:lnTo>
                  <a:lnTo>
                    <a:pt x="243319" y="968476"/>
                  </a:lnTo>
                  <a:lnTo>
                    <a:pt x="232981" y="981163"/>
                  </a:lnTo>
                  <a:lnTo>
                    <a:pt x="221056" y="992365"/>
                  </a:lnTo>
                  <a:lnTo>
                    <a:pt x="209118" y="1003566"/>
                  </a:lnTo>
                  <a:lnTo>
                    <a:pt x="197192" y="992365"/>
                  </a:lnTo>
                  <a:lnTo>
                    <a:pt x="185267" y="981163"/>
                  </a:lnTo>
                  <a:lnTo>
                    <a:pt x="174142" y="968476"/>
                  </a:lnTo>
                  <a:lnTo>
                    <a:pt x="163804" y="955776"/>
                  </a:lnTo>
                  <a:lnTo>
                    <a:pt x="153466" y="943089"/>
                  </a:lnTo>
                  <a:lnTo>
                    <a:pt x="142328" y="931138"/>
                  </a:lnTo>
                  <a:lnTo>
                    <a:pt x="132791" y="916952"/>
                  </a:lnTo>
                  <a:lnTo>
                    <a:pt x="123253" y="903516"/>
                  </a:lnTo>
                  <a:lnTo>
                    <a:pt x="113703" y="889317"/>
                  </a:lnTo>
                  <a:lnTo>
                    <a:pt x="104165" y="876630"/>
                  </a:lnTo>
                  <a:lnTo>
                    <a:pt x="94627" y="860945"/>
                  </a:lnTo>
                  <a:lnTo>
                    <a:pt x="87464" y="846010"/>
                  </a:lnTo>
                  <a:lnTo>
                    <a:pt x="79514" y="831824"/>
                  </a:lnTo>
                  <a:lnTo>
                    <a:pt x="70764" y="815403"/>
                  </a:lnTo>
                  <a:lnTo>
                    <a:pt x="64414" y="800468"/>
                  </a:lnTo>
                  <a:lnTo>
                    <a:pt x="56464" y="784783"/>
                  </a:lnTo>
                  <a:lnTo>
                    <a:pt x="50888" y="768362"/>
                  </a:lnTo>
                  <a:lnTo>
                    <a:pt x="43738" y="752678"/>
                  </a:lnTo>
                  <a:lnTo>
                    <a:pt x="37376" y="734758"/>
                  </a:lnTo>
                  <a:lnTo>
                    <a:pt x="33400" y="717588"/>
                  </a:lnTo>
                  <a:lnTo>
                    <a:pt x="27038" y="701903"/>
                  </a:lnTo>
                  <a:lnTo>
                    <a:pt x="23863" y="684720"/>
                  </a:lnTo>
                  <a:lnTo>
                    <a:pt x="18287" y="666800"/>
                  </a:lnTo>
                  <a:lnTo>
                    <a:pt x="15112" y="648881"/>
                  </a:lnTo>
                  <a:lnTo>
                    <a:pt x="11137" y="630961"/>
                  </a:lnTo>
                  <a:lnTo>
                    <a:pt x="7950" y="613041"/>
                  </a:lnTo>
                  <a:lnTo>
                    <a:pt x="5575" y="594372"/>
                  </a:lnTo>
                  <a:lnTo>
                    <a:pt x="3187" y="576453"/>
                  </a:lnTo>
                  <a:lnTo>
                    <a:pt x="1600" y="558533"/>
                  </a:lnTo>
                  <a:lnTo>
                    <a:pt x="800" y="539115"/>
                  </a:lnTo>
                  <a:lnTo>
                    <a:pt x="0" y="518960"/>
                  </a:lnTo>
                  <a:lnTo>
                    <a:pt x="0" y="501789"/>
                  </a:lnTo>
                  <a:lnTo>
                    <a:pt x="0" y="483870"/>
                  </a:lnTo>
                  <a:lnTo>
                    <a:pt x="800" y="463702"/>
                  </a:lnTo>
                  <a:lnTo>
                    <a:pt x="1600" y="444284"/>
                  </a:lnTo>
                  <a:lnTo>
                    <a:pt x="3187" y="426364"/>
                  </a:lnTo>
                  <a:lnTo>
                    <a:pt x="5575" y="408444"/>
                  </a:lnTo>
                  <a:lnTo>
                    <a:pt x="7950" y="389775"/>
                  </a:lnTo>
                  <a:lnTo>
                    <a:pt x="11137" y="371856"/>
                  </a:lnTo>
                  <a:lnTo>
                    <a:pt x="15112" y="353936"/>
                  </a:lnTo>
                  <a:lnTo>
                    <a:pt x="18287" y="336016"/>
                  </a:lnTo>
                  <a:lnTo>
                    <a:pt x="23863" y="318096"/>
                  </a:lnTo>
                  <a:lnTo>
                    <a:pt x="28625" y="300926"/>
                  </a:lnTo>
                  <a:lnTo>
                    <a:pt x="33400" y="285242"/>
                  </a:lnTo>
                  <a:lnTo>
                    <a:pt x="38963" y="268071"/>
                  </a:lnTo>
                  <a:lnTo>
                    <a:pt x="44526" y="250151"/>
                  </a:lnTo>
                  <a:lnTo>
                    <a:pt x="50888" y="234467"/>
                  </a:lnTo>
                  <a:lnTo>
                    <a:pt x="56464" y="218033"/>
                  </a:lnTo>
                  <a:lnTo>
                    <a:pt x="64414" y="200863"/>
                  </a:lnTo>
                  <a:lnTo>
                    <a:pt x="72364" y="185928"/>
                  </a:lnTo>
                  <a:lnTo>
                    <a:pt x="79514" y="170992"/>
                  </a:lnTo>
                  <a:lnTo>
                    <a:pt x="87464" y="156806"/>
                  </a:lnTo>
                  <a:lnTo>
                    <a:pt x="95415" y="141871"/>
                  </a:lnTo>
                  <a:lnTo>
                    <a:pt x="104165" y="126187"/>
                  </a:lnTo>
                  <a:lnTo>
                    <a:pt x="133591" y="84378"/>
                  </a:lnTo>
                  <a:lnTo>
                    <a:pt x="164591" y="45554"/>
                  </a:lnTo>
                  <a:lnTo>
                    <a:pt x="199580" y="10452"/>
                  </a:lnTo>
                  <a:lnTo>
                    <a:pt x="209918" y="0"/>
                  </a:lnTo>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30" name="Google Shape;130;p19"/>
          <p:cNvSpPr txBox="1"/>
          <p:nvPr/>
        </p:nvSpPr>
        <p:spPr>
          <a:xfrm>
            <a:off x="5652292" y="2538756"/>
            <a:ext cx="128270" cy="7569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6</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7</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8</a:t>
            </a:r>
            <a:endParaRPr sz="1600">
              <a:latin typeface="Calibri"/>
              <a:ea typeface="Calibri"/>
              <a:cs typeface="Calibri"/>
              <a:sym typeface="Calibri"/>
            </a:endParaRPr>
          </a:p>
        </p:txBody>
      </p:sp>
      <p:sp>
        <p:nvSpPr>
          <p:cNvPr id="131" name="Google Shape;131;p19"/>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132" name="Google Shape;132;p1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33" name="Google Shape;133;p1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4" name="Google Shape;134;p19"/>
          <p:cNvSpPr txBox="1"/>
          <p:nvPr/>
        </p:nvSpPr>
        <p:spPr>
          <a:xfrm>
            <a:off x="5082525" y="2637670"/>
            <a:ext cx="128270" cy="51308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4</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5</a:t>
            </a:r>
            <a:endParaRPr sz="1600">
              <a:latin typeface="Calibri"/>
              <a:ea typeface="Calibri"/>
              <a:cs typeface="Calibri"/>
              <a:sym typeface="Calibri"/>
            </a:endParaRPr>
          </a:p>
        </p:txBody>
      </p:sp>
      <p:sp>
        <p:nvSpPr>
          <p:cNvPr id="135" name="Google Shape;135;p19"/>
          <p:cNvSpPr txBox="1"/>
          <p:nvPr/>
        </p:nvSpPr>
        <p:spPr>
          <a:xfrm>
            <a:off x="405384" y="2252472"/>
            <a:ext cx="2705100" cy="138239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0277"/>
              </a:lnSpc>
              <a:spcBef>
                <a:spcPts val="0"/>
              </a:spcBef>
              <a:spcAft>
                <a:spcPts val="0"/>
              </a:spcAft>
              <a:buNone/>
            </a:pPr>
            <a:r>
              <a:rPr b="1" lang="en-US" sz="1800">
                <a:solidFill>
                  <a:srgbClr val="4E3629"/>
                </a:solidFill>
                <a:latin typeface="Courier New"/>
                <a:ea typeface="Courier New"/>
                <a:cs typeface="Courier New"/>
                <a:sym typeface="Courier New"/>
              </a:rPr>
              <a:t>SELECT a_id</a:t>
            </a:r>
            <a:endParaRPr sz="1800">
              <a:latin typeface="Courier New"/>
              <a:ea typeface="Courier New"/>
              <a:cs typeface="Courier New"/>
              <a:sym typeface="Courier New"/>
            </a:endParaRPr>
          </a:p>
          <a:p>
            <a:pPr indent="-136525" lvl="0" marL="136525" marR="187769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a  UNION</a:t>
            </a:r>
            <a:endParaRPr sz="1800">
              <a:latin typeface="Courier New"/>
              <a:ea typeface="Courier New"/>
              <a:cs typeface="Courier New"/>
              <a:sym typeface="Courier New"/>
            </a:endParaRPr>
          </a:p>
          <a:p>
            <a:pPr indent="0" lvl="0" marL="0" marR="11969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b_id  FROM b;</a:t>
            </a:r>
            <a:endParaRPr sz="1800">
              <a:latin typeface="Courier New"/>
              <a:ea typeface="Courier New"/>
              <a:cs typeface="Courier New"/>
              <a:sym typeface="Courier New"/>
            </a:endParaRPr>
          </a:p>
        </p:txBody>
      </p:sp>
      <p:sp>
        <p:nvSpPr>
          <p:cNvPr id="136" name="Google Shape;136;p19"/>
          <p:cNvSpPr txBox="1"/>
          <p:nvPr/>
        </p:nvSpPr>
        <p:spPr>
          <a:xfrm>
            <a:off x="4514079" y="2538756"/>
            <a:ext cx="128270" cy="7569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1</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2</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3</a:t>
            </a:r>
            <a:endParaRPr sz="1600">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0"/>
          <p:cNvSpPr txBox="1"/>
          <p:nvPr>
            <p:ph type="title"/>
          </p:nvPr>
        </p:nvSpPr>
        <p:spPr>
          <a:xfrm>
            <a:off x="392112" y="748031"/>
            <a:ext cx="19083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UNION ALL</a:t>
            </a:r>
            <a:endParaRPr sz="3300"/>
          </a:p>
        </p:txBody>
      </p:sp>
      <p:sp>
        <p:nvSpPr>
          <p:cNvPr id="142" name="Google Shape;142;p20"/>
          <p:cNvSpPr txBox="1"/>
          <p:nvPr/>
        </p:nvSpPr>
        <p:spPr>
          <a:xfrm>
            <a:off x="483552" y="1415417"/>
            <a:ext cx="7384415"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operador UNION ALL devuelve todas las filas de  ambas tablas, sin eliminar los duplicados</a:t>
            </a:r>
            <a:endParaRPr sz="2800">
              <a:latin typeface="Calibri"/>
              <a:ea typeface="Calibri"/>
              <a:cs typeface="Calibri"/>
              <a:sym typeface="Calibri"/>
            </a:endParaRPr>
          </a:p>
        </p:txBody>
      </p:sp>
      <p:sp>
        <p:nvSpPr>
          <p:cNvPr id="143" name="Google Shape;143;p20"/>
          <p:cNvSpPr txBox="1"/>
          <p:nvPr/>
        </p:nvSpPr>
        <p:spPr>
          <a:xfrm>
            <a:off x="483552" y="3742565"/>
            <a:ext cx="8034020"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resultado de mostrar todos los elementos de A y B  sin eliminar los duplicados es {1, 2, 3, 4, 5, 4, 5, 6, 7, 8}</a:t>
            </a:r>
            <a:endParaRPr sz="2800">
              <a:latin typeface="Calibri"/>
              <a:ea typeface="Calibri"/>
              <a:cs typeface="Calibri"/>
              <a:sym typeface="Calibri"/>
            </a:endParaRPr>
          </a:p>
        </p:txBody>
      </p:sp>
      <p:grpSp>
        <p:nvGrpSpPr>
          <p:cNvPr id="144" name="Google Shape;144;p20"/>
          <p:cNvGrpSpPr/>
          <p:nvPr/>
        </p:nvGrpSpPr>
        <p:grpSpPr>
          <a:xfrm>
            <a:off x="3887723" y="2389632"/>
            <a:ext cx="2430907" cy="1382395"/>
            <a:chOff x="3887723" y="2389632"/>
            <a:chExt cx="2430907" cy="1382395"/>
          </a:xfrm>
        </p:grpSpPr>
        <p:sp>
          <p:nvSpPr>
            <p:cNvPr id="145" name="Google Shape;145;p20"/>
            <p:cNvSpPr/>
            <p:nvPr/>
          </p:nvSpPr>
          <p:spPr>
            <a:xfrm>
              <a:off x="3887723" y="2389632"/>
              <a:ext cx="1446530" cy="1382395"/>
            </a:xfrm>
            <a:custGeom>
              <a:rect b="b" l="l" r="r" t="t"/>
              <a:pathLst>
                <a:path extrusionOk="0" h="1382395" w="1446529">
                  <a:moveTo>
                    <a:pt x="723138" y="0"/>
                  </a:moveTo>
                  <a:lnTo>
                    <a:pt x="673627" y="1594"/>
                  </a:lnTo>
                  <a:lnTo>
                    <a:pt x="625012" y="6309"/>
                  </a:lnTo>
                  <a:lnTo>
                    <a:pt x="577400" y="14041"/>
                  </a:lnTo>
                  <a:lnTo>
                    <a:pt x="530899" y="24688"/>
                  </a:lnTo>
                  <a:lnTo>
                    <a:pt x="485617" y="38146"/>
                  </a:lnTo>
                  <a:lnTo>
                    <a:pt x="441660" y="54313"/>
                  </a:lnTo>
                  <a:lnTo>
                    <a:pt x="399137" y="73085"/>
                  </a:lnTo>
                  <a:lnTo>
                    <a:pt x="358156" y="94361"/>
                  </a:lnTo>
                  <a:lnTo>
                    <a:pt x="318825" y="118035"/>
                  </a:lnTo>
                  <a:lnTo>
                    <a:pt x="281250" y="144007"/>
                  </a:lnTo>
                  <a:lnTo>
                    <a:pt x="245540" y="172173"/>
                  </a:lnTo>
                  <a:lnTo>
                    <a:pt x="211802" y="202430"/>
                  </a:lnTo>
                  <a:lnTo>
                    <a:pt x="180145" y="234674"/>
                  </a:lnTo>
                  <a:lnTo>
                    <a:pt x="150675" y="268804"/>
                  </a:lnTo>
                  <a:lnTo>
                    <a:pt x="123500" y="304716"/>
                  </a:lnTo>
                  <a:lnTo>
                    <a:pt x="98729" y="342307"/>
                  </a:lnTo>
                  <a:lnTo>
                    <a:pt x="76469" y="381474"/>
                  </a:lnTo>
                  <a:lnTo>
                    <a:pt x="56827" y="422115"/>
                  </a:lnTo>
                  <a:lnTo>
                    <a:pt x="39912" y="464126"/>
                  </a:lnTo>
                  <a:lnTo>
                    <a:pt x="25831" y="507404"/>
                  </a:lnTo>
                  <a:lnTo>
                    <a:pt x="14691" y="551847"/>
                  </a:lnTo>
                  <a:lnTo>
                    <a:pt x="6601" y="597352"/>
                  </a:lnTo>
                  <a:lnTo>
                    <a:pt x="1668" y="643815"/>
                  </a:lnTo>
                  <a:lnTo>
                    <a:pt x="0" y="691134"/>
                  </a:lnTo>
                  <a:lnTo>
                    <a:pt x="1668" y="738452"/>
                  </a:lnTo>
                  <a:lnTo>
                    <a:pt x="6601" y="784915"/>
                  </a:lnTo>
                  <a:lnTo>
                    <a:pt x="14691" y="830420"/>
                  </a:lnTo>
                  <a:lnTo>
                    <a:pt x="25831" y="874863"/>
                  </a:lnTo>
                  <a:lnTo>
                    <a:pt x="39912" y="918141"/>
                  </a:lnTo>
                  <a:lnTo>
                    <a:pt x="56827" y="960152"/>
                  </a:lnTo>
                  <a:lnTo>
                    <a:pt x="76469" y="1000793"/>
                  </a:lnTo>
                  <a:lnTo>
                    <a:pt x="98729" y="1039960"/>
                  </a:lnTo>
                  <a:lnTo>
                    <a:pt x="123500" y="1077551"/>
                  </a:lnTo>
                  <a:lnTo>
                    <a:pt x="150675" y="1113463"/>
                  </a:lnTo>
                  <a:lnTo>
                    <a:pt x="180145" y="1147593"/>
                  </a:lnTo>
                  <a:lnTo>
                    <a:pt x="211802" y="1179837"/>
                  </a:lnTo>
                  <a:lnTo>
                    <a:pt x="245540" y="1210094"/>
                  </a:lnTo>
                  <a:lnTo>
                    <a:pt x="281250" y="1238260"/>
                  </a:lnTo>
                  <a:lnTo>
                    <a:pt x="318825" y="1264232"/>
                  </a:lnTo>
                  <a:lnTo>
                    <a:pt x="358156" y="1287907"/>
                  </a:lnTo>
                  <a:lnTo>
                    <a:pt x="399137" y="1309182"/>
                  </a:lnTo>
                  <a:lnTo>
                    <a:pt x="441660" y="1327954"/>
                  </a:lnTo>
                  <a:lnTo>
                    <a:pt x="485617" y="1344121"/>
                  </a:lnTo>
                  <a:lnTo>
                    <a:pt x="530899" y="1357579"/>
                  </a:lnTo>
                  <a:lnTo>
                    <a:pt x="577400" y="1368226"/>
                  </a:lnTo>
                  <a:lnTo>
                    <a:pt x="625012" y="1375958"/>
                  </a:lnTo>
                  <a:lnTo>
                    <a:pt x="673627" y="1380673"/>
                  </a:lnTo>
                  <a:lnTo>
                    <a:pt x="723138" y="1382268"/>
                  </a:lnTo>
                  <a:lnTo>
                    <a:pt x="772648" y="1380673"/>
                  </a:lnTo>
                  <a:lnTo>
                    <a:pt x="821263" y="1375958"/>
                  </a:lnTo>
                  <a:lnTo>
                    <a:pt x="868875" y="1368226"/>
                  </a:lnTo>
                  <a:lnTo>
                    <a:pt x="915376" y="1357579"/>
                  </a:lnTo>
                  <a:lnTo>
                    <a:pt x="960658" y="1344121"/>
                  </a:lnTo>
                  <a:lnTo>
                    <a:pt x="1004615" y="1327954"/>
                  </a:lnTo>
                  <a:lnTo>
                    <a:pt x="1047138" y="1309182"/>
                  </a:lnTo>
                  <a:lnTo>
                    <a:pt x="1088119" y="1287907"/>
                  </a:lnTo>
                  <a:lnTo>
                    <a:pt x="1127450" y="1264232"/>
                  </a:lnTo>
                  <a:lnTo>
                    <a:pt x="1165025" y="1238260"/>
                  </a:lnTo>
                  <a:lnTo>
                    <a:pt x="1200735" y="1210094"/>
                  </a:lnTo>
                  <a:lnTo>
                    <a:pt x="1234473" y="1179837"/>
                  </a:lnTo>
                  <a:lnTo>
                    <a:pt x="1266130" y="1147593"/>
                  </a:lnTo>
                  <a:lnTo>
                    <a:pt x="1295600" y="1113463"/>
                  </a:lnTo>
                  <a:lnTo>
                    <a:pt x="1322775" y="1077551"/>
                  </a:lnTo>
                  <a:lnTo>
                    <a:pt x="1347546" y="1039960"/>
                  </a:lnTo>
                  <a:lnTo>
                    <a:pt x="1369806" y="1000793"/>
                  </a:lnTo>
                  <a:lnTo>
                    <a:pt x="1389448" y="960152"/>
                  </a:lnTo>
                  <a:lnTo>
                    <a:pt x="1406363" y="918141"/>
                  </a:lnTo>
                  <a:lnTo>
                    <a:pt x="1420444" y="874863"/>
                  </a:lnTo>
                  <a:lnTo>
                    <a:pt x="1431584" y="830420"/>
                  </a:lnTo>
                  <a:lnTo>
                    <a:pt x="1439674" y="784915"/>
                  </a:lnTo>
                  <a:lnTo>
                    <a:pt x="1444607" y="738452"/>
                  </a:lnTo>
                  <a:lnTo>
                    <a:pt x="1446276" y="691134"/>
                  </a:lnTo>
                  <a:lnTo>
                    <a:pt x="1444607" y="643815"/>
                  </a:lnTo>
                  <a:lnTo>
                    <a:pt x="1439674" y="597352"/>
                  </a:lnTo>
                  <a:lnTo>
                    <a:pt x="1431584" y="551847"/>
                  </a:lnTo>
                  <a:lnTo>
                    <a:pt x="1420444" y="507404"/>
                  </a:lnTo>
                  <a:lnTo>
                    <a:pt x="1406363" y="464126"/>
                  </a:lnTo>
                  <a:lnTo>
                    <a:pt x="1389448" y="422115"/>
                  </a:lnTo>
                  <a:lnTo>
                    <a:pt x="1369806" y="381474"/>
                  </a:lnTo>
                  <a:lnTo>
                    <a:pt x="1347546" y="342307"/>
                  </a:lnTo>
                  <a:lnTo>
                    <a:pt x="1322775" y="304716"/>
                  </a:lnTo>
                  <a:lnTo>
                    <a:pt x="1295600" y="268804"/>
                  </a:lnTo>
                  <a:lnTo>
                    <a:pt x="1266130" y="234674"/>
                  </a:lnTo>
                  <a:lnTo>
                    <a:pt x="1234473" y="202430"/>
                  </a:lnTo>
                  <a:lnTo>
                    <a:pt x="1200735" y="172173"/>
                  </a:lnTo>
                  <a:lnTo>
                    <a:pt x="1165025" y="144007"/>
                  </a:lnTo>
                  <a:lnTo>
                    <a:pt x="1127450" y="118035"/>
                  </a:lnTo>
                  <a:lnTo>
                    <a:pt x="1088119" y="94361"/>
                  </a:lnTo>
                  <a:lnTo>
                    <a:pt x="1047138" y="73085"/>
                  </a:lnTo>
                  <a:lnTo>
                    <a:pt x="1004615" y="54313"/>
                  </a:lnTo>
                  <a:lnTo>
                    <a:pt x="960658" y="38146"/>
                  </a:lnTo>
                  <a:lnTo>
                    <a:pt x="915376" y="24688"/>
                  </a:lnTo>
                  <a:lnTo>
                    <a:pt x="868875" y="14041"/>
                  </a:lnTo>
                  <a:lnTo>
                    <a:pt x="821263" y="6309"/>
                  </a:lnTo>
                  <a:lnTo>
                    <a:pt x="772648" y="1594"/>
                  </a:lnTo>
                  <a:lnTo>
                    <a:pt x="723138"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6" name="Google Shape;146;p20"/>
            <p:cNvSpPr/>
            <p:nvPr/>
          </p:nvSpPr>
          <p:spPr>
            <a:xfrm>
              <a:off x="3887723" y="2389632"/>
              <a:ext cx="1446530" cy="1382395"/>
            </a:xfrm>
            <a:custGeom>
              <a:rect b="b" l="l" r="r" t="t"/>
              <a:pathLst>
                <a:path extrusionOk="0" h="1382395" w="1446529">
                  <a:moveTo>
                    <a:pt x="0" y="691134"/>
                  </a:moveTo>
                  <a:lnTo>
                    <a:pt x="1668" y="643815"/>
                  </a:lnTo>
                  <a:lnTo>
                    <a:pt x="6601" y="597352"/>
                  </a:lnTo>
                  <a:lnTo>
                    <a:pt x="14691" y="551847"/>
                  </a:lnTo>
                  <a:lnTo>
                    <a:pt x="25831" y="507404"/>
                  </a:lnTo>
                  <a:lnTo>
                    <a:pt x="39912" y="464126"/>
                  </a:lnTo>
                  <a:lnTo>
                    <a:pt x="56827" y="422115"/>
                  </a:lnTo>
                  <a:lnTo>
                    <a:pt x="76469" y="381474"/>
                  </a:lnTo>
                  <a:lnTo>
                    <a:pt x="98729" y="342307"/>
                  </a:lnTo>
                  <a:lnTo>
                    <a:pt x="123500" y="304716"/>
                  </a:lnTo>
                  <a:lnTo>
                    <a:pt x="150675" y="268804"/>
                  </a:lnTo>
                  <a:lnTo>
                    <a:pt x="180145" y="234674"/>
                  </a:lnTo>
                  <a:lnTo>
                    <a:pt x="211802" y="202430"/>
                  </a:lnTo>
                  <a:lnTo>
                    <a:pt x="245540" y="172173"/>
                  </a:lnTo>
                  <a:lnTo>
                    <a:pt x="281250" y="144007"/>
                  </a:lnTo>
                  <a:lnTo>
                    <a:pt x="318825" y="118035"/>
                  </a:lnTo>
                  <a:lnTo>
                    <a:pt x="358156" y="94361"/>
                  </a:lnTo>
                  <a:lnTo>
                    <a:pt x="399137" y="73085"/>
                  </a:lnTo>
                  <a:lnTo>
                    <a:pt x="441660" y="54313"/>
                  </a:lnTo>
                  <a:lnTo>
                    <a:pt x="485617" y="38146"/>
                  </a:lnTo>
                  <a:lnTo>
                    <a:pt x="530899" y="24688"/>
                  </a:lnTo>
                  <a:lnTo>
                    <a:pt x="577400" y="14041"/>
                  </a:lnTo>
                  <a:lnTo>
                    <a:pt x="625012" y="6309"/>
                  </a:lnTo>
                  <a:lnTo>
                    <a:pt x="673627" y="1594"/>
                  </a:lnTo>
                  <a:lnTo>
                    <a:pt x="723138" y="0"/>
                  </a:lnTo>
                  <a:lnTo>
                    <a:pt x="772648" y="1594"/>
                  </a:lnTo>
                  <a:lnTo>
                    <a:pt x="821263" y="6309"/>
                  </a:lnTo>
                  <a:lnTo>
                    <a:pt x="868875" y="14041"/>
                  </a:lnTo>
                  <a:lnTo>
                    <a:pt x="915376" y="24688"/>
                  </a:lnTo>
                  <a:lnTo>
                    <a:pt x="960658" y="38146"/>
                  </a:lnTo>
                  <a:lnTo>
                    <a:pt x="1004615" y="54313"/>
                  </a:lnTo>
                  <a:lnTo>
                    <a:pt x="1047138" y="73085"/>
                  </a:lnTo>
                  <a:lnTo>
                    <a:pt x="1088119" y="94361"/>
                  </a:lnTo>
                  <a:lnTo>
                    <a:pt x="1127450" y="118035"/>
                  </a:lnTo>
                  <a:lnTo>
                    <a:pt x="1165025" y="144007"/>
                  </a:lnTo>
                  <a:lnTo>
                    <a:pt x="1200735" y="172173"/>
                  </a:lnTo>
                  <a:lnTo>
                    <a:pt x="1234473" y="202430"/>
                  </a:lnTo>
                  <a:lnTo>
                    <a:pt x="1266130" y="234674"/>
                  </a:lnTo>
                  <a:lnTo>
                    <a:pt x="1295600" y="268804"/>
                  </a:lnTo>
                  <a:lnTo>
                    <a:pt x="1322775" y="304716"/>
                  </a:lnTo>
                  <a:lnTo>
                    <a:pt x="1347546" y="342307"/>
                  </a:lnTo>
                  <a:lnTo>
                    <a:pt x="1369806" y="381474"/>
                  </a:lnTo>
                  <a:lnTo>
                    <a:pt x="1389448" y="422115"/>
                  </a:lnTo>
                  <a:lnTo>
                    <a:pt x="1406363" y="464126"/>
                  </a:lnTo>
                  <a:lnTo>
                    <a:pt x="1420444" y="507404"/>
                  </a:lnTo>
                  <a:lnTo>
                    <a:pt x="1431584" y="551847"/>
                  </a:lnTo>
                  <a:lnTo>
                    <a:pt x="1439674" y="597352"/>
                  </a:lnTo>
                  <a:lnTo>
                    <a:pt x="1444607" y="643815"/>
                  </a:lnTo>
                  <a:lnTo>
                    <a:pt x="1446276" y="691134"/>
                  </a:lnTo>
                  <a:lnTo>
                    <a:pt x="1444607" y="738452"/>
                  </a:lnTo>
                  <a:lnTo>
                    <a:pt x="1439674" y="784915"/>
                  </a:lnTo>
                  <a:lnTo>
                    <a:pt x="1431584" y="830420"/>
                  </a:lnTo>
                  <a:lnTo>
                    <a:pt x="1420444" y="874863"/>
                  </a:lnTo>
                  <a:lnTo>
                    <a:pt x="1406363" y="918141"/>
                  </a:lnTo>
                  <a:lnTo>
                    <a:pt x="1389448" y="960152"/>
                  </a:lnTo>
                  <a:lnTo>
                    <a:pt x="1369806" y="1000793"/>
                  </a:lnTo>
                  <a:lnTo>
                    <a:pt x="1347546" y="1039960"/>
                  </a:lnTo>
                  <a:lnTo>
                    <a:pt x="1322775" y="1077551"/>
                  </a:lnTo>
                  <a:lnTo>
                    <a:pt x="1295600" y="1113463"/>
                  </a:lnTo>
                  <a:lnTo>
                    <a:pt x="1266130" y="1147593"/>
                  </a:lnTo>
                  <a:lnTo>
                    <a:pt x="1234473" y="1179837"/>
                  </a:lnTo>
                  <a:lnTo>
                    <a:pt x="1200735" y="1210094"/>
                  </a:lnTo>
                  <a:lnTo>
                    <a:pt x="1165025" y="1238260"/>
                  </a:lnTo>
                  <a:lnTo>
                    <a:pt x="1127450" y="1264232"/>
                  </a:lnTo>
                  <a:lnTo>
                    <a:pt x="1088119" y="1287907"/>
                  </a:lnTo>
                  <a:lnTo>
                    <a:pt x="1047138" y="1309182"/>
                  </a:lnTo>
                  <a:lnTo>
                    <a:pt x="1004615" y="1327954"/>
                  </a:lnTo>
                  <a:lnTo>
                    <a:pt x="960658" y="1344121"/>
                  </a:lnTo>
                  <a:lnTo>
                    <a:pt x="915376" y="1357579"/>
                  </a:lnTo>
                  <a:lnTo>
                    <a:pt x="868875" y="1368226"/>
                  </a:lnTo>
                  <a:lnTo>
                    <a:pt x="821263" y="1375958"/>
                  </a:lnTo>
                  <a:lnTo>
                    <a:pt x="772648" y="1380673"/>
                  </a:lnTo>
                  <a:lnTo>
                    <a:pt x="723138" y="1382268"/>
                  </a:lnTo>
                  <a:lnTo>
                    <a:pt x="673627" y="1380673"/>
                  </a:lnTo>
                  <a:lnTo>
                    <a:pt x="625012" y="1375958"/>
                  </a:lnTo>
                  <a:lnTo>
                    <a:pt x="577400" y="1368226"/>
                  </a:lnTo>
                  <a:lnTo>
                    <a:pt x="530899" y="1357579"/>
                  </a:lnTo>
                  <a:lnTo>
                    <a:pt x="485617" y="1344121"/>
                  </a:lnTo>
                  <a:lnTo>
                    <a:pt x="441660" y="1327954"/>
                  </a:lnTo>
                  <a:lnTo>
                    <a:pt x="399137" y="1309182"/>
                  </a:lnTo>
                  <a:lnTo>
                    <a:pt x="358156" y="1287907"/>
                  </a:lnTo>
                  <a:lnTo>
                    <a:pt x="318825" y="1264232"/>
                  </a:lnTo>
                  <a:lnTo>
                    <a:pt x="281250" y="1238260"/>
                  </a:lnTo>
                  <a:lnTo>
                    <a:pt x="245540" y="1210094"/>
                  </a:lnTo>
                  <a:lnTo>
                    <a:pt x="211802" y="1179837"/>
                  </a:lnTo>
                  <a:lnTo>
                    <a:pt x="180145" y="1147593"/>
                  </a:lnTo>
                  <a:lnTo>
                    <a:pt x="150675" y="1113463"/>
                  </a:lnTo>
                  <a:lnTo>
                    <a:pt x="123500" y="1077551"/>
                  </a:lnTo>
                  <a:lnTo>
                    <a:pt x="98729" y="1039960"/>
                  </a:lnTo>
                  <a:lnTo>
                    <a:pt x="76469" y="1000793"/>
                  </a:lnTo>
                  <a:lnTo>
                    <a:pt x="56827" y="960152"/>
                  </a:lnTo>
                  <a:lnTo>
                    <a:pt x="39912" y="918141"/>
                  </a:lnTo>
                  <a:lnTo>
                    <a:pt x="25831" y="874863"/>
                  </a:lnTo>
                  <a:lnTo>
                    <a:pt x="14691" y="830420"/>
                  </a:lnTo>
                  <a:lnTo>
                    <a:pt x="6601" y="784915"/>
                  </a:lnTo>
                  <a:lnTo>
                    <a:pt x="1668" y="738452"/>
                  </a:lnTo>
                  <a:lnTo>
                    <a:pt x="0" y="691134"/>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7" name="Google Shape;147;p20"/>
            <p:cNvSpPr/>
            <p:nvPr/>
          </p:nvSpPr>
          <p:spPr>
            <a:xfrm>
              <a:off x="4913375" y="2389632"/>
              <a:ext cx="1405255" cy="1382395"/>
            </a:xfrm>
            <a:custGeom>
              <a:rect b="b" l="l" r="r" t="t"/>
              <a:pathLst>
                <a:path extrusionOk="0" h="1382395" w="1405254">
                  <a:moveTo>
                    <a:pt x="702564" y="0"/>
                  </a:moveTo>
                  <a:lnTo>
                    <a:pt x="654462" y="1594"/>
                  </a:lnTo>
                  <a:lnTo>
                    <a:pt x="607231" y="6309"/>
                  </a:lnTo>
                  <a:lnTo>
                    <a:pt x="560974" y="14041"/>
                  </a:lnTo>
                  <a:lnTo>
                    <a:pt x="515796" y="24688"/>
                  </a:lnTo>
                  <a:lnTo>
                    <a:pt x="471802" y="38146"/>
                  </a:lnTo>
                  <a:lnTo>
                    <a:pt x="429096" y="54313"/>
                  </a:lnTo>
                  <a:lnTo>
                    <a:pt x="387783" y="73085"/>
                  </a:lnTo>
                  <a:lnTo>
                    <a:pt x="347968" y="94361"/>
                  </a:lnTo>
                  <a:lnTo>
                    <a:pt x="309755" y="118035"/>
                  </a:lnTo>
                  <a:lnTo>
                    <a:pt x="273250" y="144007"/>
                  </a:lnTo>
                  <a:lnTo>
                    <a:pt x="238556" y="172173"/>
                  </a:lnTo>
                  <a:lnTo>
                    <a:pt x="205778" y="202430"/>
                  </a:lnTo>
                  <a:lnTo>
                    <a:pt x="175021" y="234674"/>
                  </a:lnTo>
                  <a:lnTo>
                    <a:pt x="146389" y="268804"/>
                  </a:lnTo>
                  <a:lnTo>
                    <a:pt x="119988" y="304716"/>
                  </a:lnTo>
                  <a:lnTo>
                    <a:pt x="95921" y="342307"/>
                  </a:lnTo>
                  <a:lnTo>
                    <a:pt x="74294" y="381474"/>
                  </a:lnTo>
                  <a:lnTo>
                    <a:pt x="55211" y="422115"/>
                  </a:lnTo>
                  <a:lnTo>
                    <a:pt x="38777" y="464126"/>
                  </a:lnTo>
                  <a:lnTo>
                    <a:pt x="25096" y="507404"/>
                  </a:lnTo>
                  <a:lnTo>
                    <a:pt x="14273" y="551847"/>
                  </a:lnTo>
                  <a:lnTo>
                    <a:pt x="6413" y="597352"/>
                  </a:lnTo>
                  <a:lnTo>
                    <a:pt x="1620" y="643815"/>
                  </a:lnTo>
                  <a:lnTo>
                    <a:pt x="0" y="691134"/>
                  </a:lnTo>
                  <a:lnTo>
                    <a:pt x="1620" y="738452"/>
                  </a:lnTo>
                  <a:lnTo>
                    <a:pt x="6413" y="784915"/>
                  </a:lnTo>
                  <a:lnTo>
                    <a:pt x="14273" y="830420"/>
                  </a:lnTo>
                  <a:lnTo>
                    <a:pt x="25096" y="874863"/>
                  </a:lnTo>
                  <a:lnTo>
                    <a:pt x="38777" y="918141"/>
                  </a:lnTo>
                  <a:lnTo>
                    <a:pt x="55211" y="960152"/>
                  </a:lnTo>
                  <a:lnTo>
                    <a:pt x="74294" y="1000793"/>
                  </a:lnTo>
                  <a:lnTo>
                    <a:pt x="95921" y="1039960"/>
                  </a:lnTo>
                  <a:lnTo>
                    <a:pt x="119988" y="1077551"/>
                  </a:lnTo>
                  <a:lnTo>
                    <a:pt x="146389" y="1113463"/>
                  </a:lnTo>
                  <a:lnTo>
                    <a:pt x="175021" y="1147593"/>
                  </a:lnTo>
                  <a:lnTo>
                    <a:pt x="205778" y="1179837"/>
                  </a:lnTo>
                  <a:lnTo>
                    <a:pt x="238556" y="1210094"/>
                  </a:lnTo>
                  <a:lnTo>
                    <a:pt x="273250" y="1238260"/>
                  </a:lnTo>
                  <a:lnTo>
                    <a:pt x="309755" y="1264232"/>
                  </a:lnTo>
                  <a:lnTo>
                    <a:pt x="347968" y="1287907"/>
                  </a:lnTo>
                  <a:lnTo>
                    <a:pt x="387783" y="1309182"/>
                  </a:lnTo>
                  <a:lnTo>
                    <a:pt x="429096" y="1327954"/>
                  </a:lnTo>
                  <a:lnTo>
                    <a:pt x="471802" y="1344121"/>
                  </a:lnTo>
                  <a:lnTo>
                    <a:pt x="515796" y="1357579"/>
                  </a:lnTo>
                  <a:lnTo>
                    <a:pt x="560974" y="1368226"/>
                  </a:lnTo>
                  <a:lnTo>
                    <a:pt x="607231" y="1375958"/>
                  </a:lnTo>
                  <a:lnTo>
                    <a:pt x="654462" y="1380673"/>
                  </a:lnTo>
                  <a:lnTo>
                    <a:pt x="702564" y="1382268"/>
                  </a:lnTo>
                  <a:lnTo>
                    <a:pt x="750665" y="1380673"/>
                  </a:lnTo>
                  <a:lnTo>
                    <a:pt x="797896" y="1375958"/>
                  </a:lnTo>
                  <a:lnTo>
                    <a:pt x="844153" y="1368226"/>
                  </a:lnTo>
                  <a:lnTo>
                    <a:pt x="889331" y="1357579"/>
                  </a:lnTo>
                  <a:lnTo>
                    <a:pt x="933325" y="1344121"/>
                  </a:lnTo>
                  <a:lnTo>
                    <a:pt x="976031" y="1327954"/>
                  </a:lnTo>
                  <a:lnTo>
                    <a:pt x="1017344" y="1309182"/>
                  </a:lnTo>
                  <a:lnTo>
                    <a:pt x="1057159" y="1287907"/>
                  </a:lnTo>
                  <a:lnTo>
                    <a:pt x="1095372" y="1264232"/>
                  </a:lnTo>
                  <a:lnTo>
                    <a:pt x="1131877" y="1238260"/>
                  </a:lnTo>
                  <a:lnTo>
                    <a:pt x="1166571" y="1210094"/>
                  </a:lnTo>
                  <a:lnTo>
                    <a:pt x="1199349" y="1179837"/>
                  </a:lnTo>
                  <a:lnTo>
                    <a:pt x="1230106" y="1147593"/>
                  </a:lnTo>
                  <a:lnTo>
                    <a:pt x="1258738" y="1113463"/>
                  </a:lnTo>
                  <a:lnTo>
                    <a:pt x="1285139" y="1077551"/>
                  </a:lnTo>
                  <a:lnTo>
                    <a:pt x="1309206" y="1039960"/>
                  </a:lnTo>
                  <a:lnTo>
                    <a:pt x="1330833" y="1000793"/>
                  </a:lnTo>
                  <a:lnTo>
                    <a:pt x="1349916" y="960152"/>
                  </a:lnTo>
                  <a:lnTo>
                    <a:pt x="1366350" y="918141"/>
                  </a:lnTo>
                  <a:lnTo>
                    <a:pt x="1380031" y="874863"/>
                  </a:lnTo>
                  <a:lnTo>
                    <a:pt x="1390854" y="830420"/>
                  </a:lnTo>
                  <a:lnTo>
                    <a:pt x="1398714" y="784915"/>
                  </a:lnTo>
                  <a:lnTo>
                    <a:pt x="1403507" y="738452"/>
                  </a:lnTo>
                  <a:lnTo>
                    <a:pt x="1405128" y="691134"/>
                  </a:lnTo>
                  <a:lnTo>
                    <a:pt x="1403507" y="643815"/>
                  </a:lnTo>
                  <a:lnTo>
                    <a:pt x="1398714" y="597352"/>
                  </a:lnTo>
                  <a:lnTo>
                    <a:pt x="1390854" y="551847"/>
                  </a:lnTo>
                  <a:lnTo>
                    <a:pt x="1380031" y="507404"/>
                  </a:lnTo>
                  <a:lnTo>
                    <a:pt x="1366350" y="464126"/>
                  </a:lnTo>
                  <a:lnTo>
                    <a:pt x="1349916" y="422115"/>
                  </a:lnTo>
                  <a:lnTo>
                    <a:pt x="1330833" y="381474"/>
                  </a:lnTo>
                  <a:lnTo>
                    <a:pt x="1309206" y="342307"/>
                  </a:lnTo>
                  <a:lnTo>
                    <a:pt x="1285139" y="304716"/>
                  </a:lnTo>
                  <a:lnTo>
                    <a:pt x="1258738" y="268804"/>
                  </a:lnTo>
                  <a:lnTo>
                    <a:pt x="1230106" y="234674"/>
                  </a:lnTo>
                  <a:lnTo>
                    <a:pt x="1199349" y="202430"/>
                  </a:lnTo>
                  <a:lnTo>
                    <a:pt x="1166571" y="172173"/>
                  </a:lnTo>
                  <a:lnTo>
                    <a:pt x="1131877" y="144007"/>
                  </a:lnTo>
                  <a:lnTo>
                    <a:pt x="1095372" y="118035"/>
                  </a:lnTo>
                  <a:lnTo>
                    <a:pt x="1057159" y="94361"/>
                  </a:lnTo>
                  <a:lnTo>
                    <a:pt x="1017344" y="73085"/>
                  </a:lnTo>
                  <a:lnTo>
                    <a:pt x="976031" y="54313"/>
                  </a:lnTo>
                  <a:lnTo>
                    <a:pt x="933325" y="38146"/>
                  </a:lnTo>
                  <a:lnTo>
                    <a:pt x="889331" y="24688"/>
                  </a:lnTo>
                  <a:lnTo>
                    <a:pt x="844153" y="14041"/>
                  </a:lnTo>
                  <a:lnTo>
                    <a:pt x="797896" y="6309"/>
                  </a:lnTo>
                  <a:lnTo>
                    <a:pt x="750665" y="1594"/>
                  </a:lnTo>
                  <a:lnTo>
                    <a:pt x="702564"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48" name="Google Shape;148;p20"/>
            <p:cNvSpPr/>
            <p:nvPr/>
          </p:nvSpPr>
          <p:spPr>
            <a:xfrm>
              <a:off x="4913375" y="2389632"/>
              <a:ext cx="1405255" cy="1382395"/>
            </a:xfrm>
            <a:custGeom>
              <a:rect b="b" l="l" r="r" t="t"/>
              <a:pathLst>
                <a:path extrusionOk="0" h="1382395" w="1405254">
                  <a:moveTo>
                    <a:pt x="0" y="691134"/>
                  </a:moveTo>
                  <a:lnTo>
                    <a:pt x="1620" y="643815"/>
                  </a:lnTo>
                  <a:lnTo>
                    <a:pt x="6413" y="597352"/>
                  </a:lnTo>
                  <a:lnTo>
                    <a:pt x="14273" y="551847"/>
                  </a:lnTo>
                  <a:lnTo>
                    <a:pt x="25096" y="507404"/>
                  </a:lnTo>
                  <a:lnTo>
                    <a:pt x="38777" y="464126"/>
                  </a:lnTo>
                  <a:lnTo>
                    <a:pt x="55211" y="422115"/>
                  </a:lnTo>
                  <a:lnTo>
                    <a:pt x="74294" y="381474"/>
                  </a:lnTo>
                  <a:lnTo>
                    <a:pt x="95921" y="342307"/>
                  </a:lnTo>
                  <a:lnTo>
                    <a:pt x="119988" y="304716"/>
                  </a:lnTo>
                  <a:lnTo>
                    <a:pt x="146389" y="268804"/>
                  </a:lnTo>
                  <a:lnTo>
                    <a:pt x="175021" y="234674"/>
                  </a:lnTo>
                  <a:lnTo>
                    <a:pt x="205778" y="202430"/>
                  </a:lnTo>
                  <a:lnTo>
                    <a:pt x="238556" y="172173"/>
                  </a:lnTo>
                  <a:lnTo>
                    <a:pt x="273250" y="144007"/>
                  </a:lnTo>
                  <a:lnTo>
                    <a:pt x="309755" y="118035"/>
                  </a:lnTo>
                  <a:lnTo>
                    <a:pt x="347968" y="94361"/>
                  </a:lnTo>
                  <a:lnTo>
                    <a:pt x="387783" y="73085"/>
                  </a:lnTo>
                  <a:lnTo>
                    <a:pt x="429096" y="54313"/>
                  </a:lnTo>
                  <a:lnTo>
                    <a:pt x="471802" y="38146"/>
                  </a:lnTo>
                  <a:lnTo>
                    <a:pt x="515796" y="24688"/>
                  </a:lnTo>
                  <a:lnTo>
                    <a:pt x="560974" y="14041"/>
                  </a:lnTo>
                  <a:lnTo>
                    <a:pt x="607231" y="6309"/>
                  </a:lnTo>
                  <a:lnTo>
                    <a:pt x="654462" y="1594"/>
                  </a:lnTo>
                  <a:lnTo>
                    <a:pt x="702564" y="0"/>
                  </a:lnTo>
                  <a:lnTo>
                    <a:pt x="750665" y="1594"/>
                  </a:lnTo>
                  <a:lnTo>
                    <a:pt x="797896" y="6309"/>
                  </a:lnTo>
                  <a:lnTo>
                    <a:pt x="844153" y="14041"/>
                  </a:lnTo>
                  <a:lnTo>
                    <a:pt x="889331" y="24688"/>
                  </a:lnTo>
                  <a:lnTo>
                    <a:pt x="933325" y="38146"/>
                  </a:lnTo>
                  <a:lnTo>
                    <a:pt x="976031" y="54313"/>
                  </a:lnTo>
                  <a:lnTo>
                    <a:pt x="1017344" y="73085"/>
                  </a:lnTo>
                  <a:lnTo>
                    <a:pt x="1057159" y="94361"/>
                  </a:lnTo>
                  <a:lnTo>
                    <a:pt x="1095372" y="118035"/>
                  </a:lnTo>
                  <a:lnTo>
                    <a:pt x="1131877" y="144007"/>
                  </a:lnTo>
                  <a:lnTo>
                    <a:pt x="1166571" y="172173"/>
                  </a:lnTo>
                  <a:lnTo>
                    <a:pt x="1199349" y="202430"/>
                  </a:lnTo>
                  <a:lnTo>
                    <a:pt x="1230106" y="234674"/>
                  </a:lnTo>
                  <a:lnTo>
                    <a:pt x="1258738" y="268804"/>
                  </a:lnTo>
                  <a:lnTo>
                    <a:pt x="1285139" y="304716"/>
                  </a:lnTo>
                  <a:lnTo>
                    <a:pt x="1309206" y="342307"/>
                  </a:lnTo>
                  <a:lnTo>
                    <a:pt x="1330833" y="381474"/>
                  </a:lnTo>
                  <a:lnTo>
                    <a:pt x="1349916" y="422115"/>
                  </a:lnTo>
                  <a:lnTo>
                    <a:pt x="1366350" y="464126"/>
                  </a:lnTo>
                  <a:lnTo>
                    <a:pt x="1380031" y="507404"/>
                  </a:lnTo>
                  <a:lnTo>
                    <a:pt x="1390854" y="551847"/>
                  </a:lnTo>
                  <a:lnTo>
                    <a:pt x="1398714" y="597352"/>
                  </a:lnTo>
                  <a:lnTo>
                    <a:pt x="1403507" y="643815"/>
                  </a:lnTo>
                  <a:lnTo>
                    <a:pt x="1405128" y="691134"/>
                  </a:lnTo>
                  <a:lnTo>
                    <a:pt x="1403507" y="738452"/>
                  </a:lnTo>
                  <a:lnTo>
                    <a:pt x="1398714" y="784915"/>
                  </a:lnTo>
                  <a:lnTo>
                    <a:pt x="1390854" y="830420"/>
                  </a:lnTo>
                  <a:lnTo>
                    <a:pt x="1380031" y="874863"/>
                  </a:lnTo>
                  <a:lnTo>
                    <a:pt x="1366350" y="918141"/>
                  </a:lnTo>
                  <a:lnTo>
                    <a:pt x="1349916" y="960152"/>
                  </a:lnTo>
                  <a:lnTo>
                    <a:pt x="1330833" y="1000793"/>
                  </a:lnTo>
                  <a:lnTo>
                    <a:pt x="1309206" y="1039960"/>
                  </a:lnTo>
                  <a:lnTo>
                    <a:pt x="1285139" y="1077551"/>
                  </a:lnTo>
                  <a:lnTo>
                    <a:pt x="1258738" y="1113463"/>
                  </a:lnTo>
                  <a:lnTo>
                    <a:pt x="1230106" y="1147593"/>
                  </a:lnTo>
                  <a:lnTo>
                    <a:pt x="1199349" y="1179837"/>
                  </a:lnTo>
                  <a:lnTo>
                    <a:pt x="1166571" y="1210094"/>
                  </a:lnTo>
                  <a:lnTo>
                    <a:pt x="1131877" y="1238260"/>
                  </a:lnTo>
                  <a:lnTo>
                    <a:pt x="1095372" y="1264232"/>
                  </a:lnTo>
                  <a:lnTo>
                    <a:pt x="1057159" y="1287907"/>
                  </a:lnTo>
                  <a:lnTo>
                    <a:pt x="1017344" y="1309182"/>
                  </a:lnTo>
                  <a:lnTo>
                    <a:pt x="976031" y="1327954"/>
                  </a:lnTo>
                  <a:lnTo>
                    <a:pt x="933325" y="1344121"/>
                  </a:lnTo>
                  <a:lnTo>
                    <a:pt x="889331" y="1357579"/>
                  </a:lnTo>
                  <a:lnTo>
                    <a:pt x="844153" y="1368226"/>
                  </a:lnTo>
                  <a:lnTo>
                    <a:pt x="797896" y="1375958"/>
                  </a:lnTo>
                  <a:lnTo>
                    <a:pt x="750665" y="1380673"/>
                  </a:lnTo>
                  <a:lnTo>
                    <a:pt x="702564" y="1382268"/>
                  </a:lnTo>
                  <a:lnTo>
                    <a:pt x="654462" y="1380673"/>
                  </a:lnTo>
                  <a:lnTo>
                    <a:pt x="607231" y="1375958"/>
                  </a:lnTo>
                  <a:lnTo>
                    <a:pt x="560974" y="1368226"/>
                  </a:lnTo>
                  <a:lnTo>
                    <a:pt x="515796" y="1357579"/>
                  </a:lnTo>
                  <a:lnTo>
                    <a:pt x="471802" y="1344121"/>
                  </a:lnTo>
                  <a:lnTo>
                    <a:pt x="429096" y="1327954"/>
                  </a:lnTo>
                  <a:lnTo>
                    <a:pt x="387783" y="1309182"/>
                  </a:lnTo>
                  <a:lnTo>
                    <a:pt x="347968" y="1287907"/>
                  </a:lnTo>
                  <a:lnTo>
                    <a:pt x="309755" y="1264232"/>
                  </a:lnTo>
                  <a:lnTo>
                    <a:pt x="273250" y="1238260"/>
                  </a:lnTo>
                  <a:lnTo>
                    <a:pt x="238556" y="1210094"/>
                  </a:lnTo>
                  <a:lnTo>
                    <a:pt x="205778" y="1179837"/>
                  </a:lnTo>
                  <a:lnTo>
                    <a:pt x="175021" y="1147593"/>
                  </a:lnTo>
                  <a:lnTo>
                    <a:pt x="146389" y="1113463"/>
                  </a:lnTo>
                  <a:lnTo>
                    <a:pt x="119988" y="1077551"/>
                  </a:lnTo>
                  <a:lnTo>
                    <a:pt x="95921" y="1039960"/>
                  </a:lnTo>
                  <a:lnTo>
                    <a:pt x="74294" y="1000793"/>
                  </a:lnTo>
                  <a:lnTo>
                    <a:pt x="55211" y="960152"/>
                  </a:lnTo>
                  <a:lnTo>
                    <a:pt x="38777" y="918141"/>
                  </a:lnTo>
                  <a:lnTo>
                    <a:pt x="25096" y="874863"/>
                  </a:lnTo>
                  <a:lnTo>
                    <a:pt x="14273" y="830420"/>
                  </a:lnTo>
                  <a:lnTo>
                    <a:pt x="6413" y="784915"/>
                  </a:lnTo>
                  <a:lnTo>
                    <a:pt x="1620" y="738452"/>
                  </a:lnTo>
                  <a:lnTo>
                    <a:pt x="0" y="691134"/>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49" name="Google Shape;149;p20"/>
          <p:cNvSpPr txBox="1"/>
          <p:nvPr/>
        </p:nvSpPr>
        <p:spPr>
          <a:xfrm>
            <a:off x="3830317" y="2366637"/>
            <a:ext cx="249872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4E3629"/>
                </a:solidFill>
                <a:latin typeface="Calibri"/>
                <a:ea typeface="Calibri"/>
                <a:cs typeface="Calibri"/>
                <a:sym typeface="Calibri"/>
              </a:rPr>
              <a:t>A	B</a:t>
            </a:r>
            <a:endParaRPr sz="2000">
              <a:latin typeface="Calibri"/>
              <a:ea typeface="Calibri"/>
              <a:cs typeface="Calibri"/>
              <a:sym typeface="Calibri"/>
            </a:endParaRPr>
          </a:p>
        </p:txBody>
      </p:sp>
      <p:grpSp>
        <p:nvGrpSpPr>
          <p:cNvPr id="150" name="Google Shape;150;p20"/>
          <p:cNvGrpSpPr/>
          <p:nvPr/>
        </p:nvGrpSpPr>
        <p:grpSpPr>
          <a:xfrm>
            <a:off x="4913372" y="2572511"/>
            <a:ext cx="420370" cy="1003935"/>
            <a:chOff x="4913372" y="2572511"/>
            <a:chExt cx="420370" cy="1003935"/>
          </a:xfrm>
        </p:grpSpPr>
        <p:sp>
          <p:nvSpPr>
            <p:cNvPr id="151" name="Google Shape;151;p20"/>
            <p:cNvSpPr/>
            <p:nvPr/>
          </p:nvSpPr>
          <p:spPr>
            <a:xfrm>
              <a:off x="4913372" y="2572511"/>
              <a:ext cx="420370" cy="1003935"/>
            </a:xfrm>
            <a:custGeom>
              <a:rect b="b" l="l" r="r" t="t"/>
              <a:pathLst>
                <a:path extrusionOk="0" h="1003935" w="420370">
                  <a:moveTo>
                    <a:pt x="209918" y="0"/>
                  </a:moveTo>
                  <a:lnTo>
                    <a:pt x="199580" y="10452"/>
                  </a:lnTo>
                  <a:lnTo>
                    <a:pt x="186855" y="21653"/>
                  </a:lnTo>
                  <a:lnTo>
                    <a:pt x="175729" y="32854"/>
                  </a:lnTo>
                  <a:lnTo>
                    <a:pt x="143128" y="71678"/>
                  </a:lnTo>
                  <a:lnTo>
                    <a:pt x="113703" y="112001"/>
                  </a:lnTo>
                  <a:lnTo>
                    <a:pt x="87464" y="156806"/>
                  </a:lnTo>
                  <a:lnTo>
                    <a:pt x="79514" y="170992"/>
                  </a:lnTo>
                  <a:lnTo>
                    <a:pt x="72364" y="185928"/>
                  </a:lnTo>
                  <a:lnTo>
                    <a:pt x="64414" y="200863"/>
                  </a:lnTo>
                  <a:lnTo>
                    <a:pt x="56464" y="218033"/>
                  </a:lnTo>
                  <a:lnTo>
                    <a:pt x="50888" y="234467"/>
                  </a:lnTo>
                  <a:lnTo>
                    <a:pt x="44526" y="250151"/>
                  </a:lnTo>
                  <a:lnTo>
                    <a:pt x="33400" y="285242"/>
                  </a:lnTo>
                  <a:lnTo>
                    <a:pt x="28625" y="300926"/>
                  </a:lnTo>
                  <a:lnTo>
                    <a:pt x="23863" y="318096"/>
                  </a:lnTo>
                  <a:lnTo>
                    <a:pt x="18287" y="336016"/>
                  </a:lnTo>
                  <a:lnTo>
                    <a:pt x="15112" y="353936"/>
                  </a:lnTo>
                  <a:lnTo>
                    <a:pt x="11137" y="371856"/>
                  </a:lnTo>
                  <a:lnTo>
                    <a:pt x="7950" y="389775"/>
                  </a:lnTo>
                  <a:lnTo>
                    <a:pt x="3187" y="426364"/>
                  </a:lnTo>
                  <a:lnTo>
                    <a:pt x="1600" y="444284"/>
                  </a:lnTo>
                  <a:lnTo>
                    <a:pt x="0" y="483870"/>
                  </a:lnTo>
                  <a:lnTo>
                    <a:pt x="0" y="518960"/>
                  </a:lnTo>
                  <a:lnTo>
                    <a:pt x="1600" y="558533"/>
                  </a:lnTo>
                  <a:lnTo>
                    <a:pt x="7950" y="613041"/>
                  </a:lnTo>
                  <a:lnTo>
                    <a:pt x="15112" y="648881"/>
                  </a:lnTo>
                  <a:lnTo>
                    <a:pt x="18287" y="666800"/>
                  </a:lnTo>
                  <a:lnTo>
                    <a:pt x="23863" y="684720"/>
                  </a:lnTo>
                  <a:lnTo>
                    <a:pt x="27038" y="701903"/>
                  </a:lnTo>
                  <a:lnTo>
                    <a:pt x="33400" y="717588"/>
                  </a:lnTo>
                  <a:lnTo>
                    <a:pt x="37376" y="734758"/>
                  </a:lnTo>
                  <a:lnTo>
                    <a:pt x="43738" y="752678"/>
                  </a:lnTo>
                  <a:lnTo>
                    <a:pt x="50888" y="768362"/>
                  </a:lnTo>
                  <a:lnTo>
                    <a:pt x="56464" y="784783"/>
                  </a:lnTo>
                  <a:lnTo>
                    <a:pt x="64414" y="800468"/>
                  </a:lnTo>
                  <a:lnTo>
                    <a:pt x="70764" y="815403"/>
                  </a:lnTo>
                  <a:lnTo>
                    <a:pt x="79514" y="831824"/>
                  </a:lnTo>
                  <a:lnTo>
                    <a:pt x="87464" y="846010"/>
                  </a:lnTo>
                  <a:lnTo>
                    <a:pt x="94627" y="860945"/>
                  </a:lnTo>
                  <a:lnTo>
                    <a:pt x="104165" y="876630"/>
                  </a:lnTo>
                  <a:lnTo>
                    <a:pt x="113703" y="889317"/>
                  </a:lnTo>
                  <a:lnTo>
                    <a:pt x="123253" y="903516"/>
                  </a:lnTo>
                  <a:lnTo>
                    <a:pt x="132791" y="916952"/>
                  </a:lnTo>
                  <a:lnTo>
                    <a:pt x="142328" y="931138"/>
                  </a:lnTo>
                  <a:lnTo>
                    <a:pt x="153466" y="943089"/>
                  </a:lnTo>
                  <a:lnTo>
                    <a:pt x="174142" y="968476"/>
                  </a:lnTo>
                  <a:lnTo>
                    <a:pt x="185267" y="981163"/>
                  </a:lnTo>
                  <a:lnTo>
                    <a:pt x="209118" y="1003566"/>
                  </a:lnTo>
                  <a:lnTo>
                    <a:pt x="232981" y="981163"/>
                  </a:lnTo>
                  <a:lnTo>
                    <a:pt x="243319" y="968476"/>
                  </a:lnTo>
                  <a:lnTo>
                    <a:pt x="255244" y="955776"/>
                  </a:lnTo>
                  <a:lnTo>
                    <a:pt x="265582" y="943089"/>
                  </a:lnTo>
                  <a:lnTo>
                    <a:pt x="275920" y="931138"/>
                  </a:lnTo>
                  <a:lnTo>
                    <a:pt x="295795" y="903516"/>
                  </a:lnTo>
                  <a:lnTo>
                    <a:pt x="314871" y="875131"/>
                  </a:lnTo>
                  <a:lnTo>
                    <a:pt x="323621" y="860945"/>
                  </a:lnTo>
                  <a:lnTo>
                    <a:pt x="339521" y="831075"/>
                  </a:lnTo>
                  <a:lnTo>
                    <a:pt x="348272" y="815403"/>
                  </a:lnTo>
                  <a:lnTo>
                    <a:pt x="354634" y="800468"/>
                  </a:lnTo>
                  <a:lnTo>
                    <a:pt x="362584" y="784783"/>
                  </a:lnTo>
                  <a:lnTo>
                    <a:pt x="368147" y="768362"/>
                  </a:lnTo>
                  <a:lnTo>
                    <a:pt x="387235" y="717588"/>
                  </a:lnTo>
                  <a:lnTo>
                    <a:pt x="400748" y="666800"/>
                  </a:lnTo>
                  <a:lnTo>
                    <a:pt x="405523" y="648881"/>
                  </a:lnTo>
                  <a:lnTo>
                    <a:pt x="408698" y="630961"/>
                  </a:lnTo>
                  <a:lnTo>
                    <a:pt x="415861" y="574967"/>
                  </a:lnTo>
                  <a:lnTo>
                    <a:pt x="417448" y="557034"/>
                  </a:lnTo>
                  <a:lnTo>
                    <a:pt x="418249" y="539115"/>
                  </a:lnTo>
                  <a:lnTo>
                    <a:pt x="419836" y="518960"/>
                  </a:lnTo>
                  <a:lnTo>
                    <a:pt x="419836" y="481622"/>
                  </a:lnTo>
                  <a:lnTo>
                    <a:pt x="418249" y="462203"/>
                  </a:lnTo>
                  <a:lnTo>
                    <a:pt x="417448" y="444284"/>
                  </a:lnTo>
                  <a:lnTo>
                    <a:pt x="415861" y="426364"/>
                  </a:lnTo>
                  <a:lnTo>
                    <a:pt x="408698" y="370370"/>
                  </a:lnTo>
                  <a:lnTo>
                    <a:pt x="405523" y="352437"/>
                  </a:lnTo>
                  <a:lnTo>
                    <a:pt x="400748" y="334518"/>
                  </a:lnTo>
                  <a:lnTo>
                    <a:pt x="391998" y="299427"/>
                  </a:lnTo>
                  <a:lnTo>
                    <a:pt x="387235" y="283006"/>
                  </a:lnTo>
                  <a:lnTo>
                    <a:pt x="381660" y="266573"/>
                  </a:lnTo>
                  <a:lnTo>
                    <a:pt x="375310" y="250151"/>
                  </a:lnTo>
                  <a:lnTo>
                    <a:pt x="369735" y="232968"/>
                  </a:lnTo>
                  <a:lnTo>
                    <a:pt x="356222" y="200863"/>
                  </a:lnTo>
                  <a:lnTo>
                    <a:pt x="348272" y="185928"/>
                  </a:lnTo>
                  <a:lnTo>
                    <a:pt x="341109" y="170992"/>
                  </a:lnTo>
                  <a:lnTo>
                    <a:pt x="332371" y="155308"/>
                  </a:lnTo>
                  <a:lnTo>
                    <a:pt x="324421" y="141871"/>
                  </a:lnTo>
                  <a:lnTo>
                    <a:pt x="306133" y="112001"/>
                  </a:lnTo>
                  <a:lnTo>
                    <a:pt x="296583" y="98564"/>
                  </a:lnTo>
                  <a:lnTo>
                    <a:pt x="287845" y="84378"/>
                  </a:lnTo>
                  <a:lnTo>
                    <a:pt x="276707" y="71678"/>
                  </a:lnTo>
                  <a:lnTo>
                    <a:pt x="267169" y="57492"/>
                  </a:lnTo>
                  <a:lnTo>
                    <a:pt x="256031" y="45554"/>
                  </a:lnTo>
                  <a:lnTo>
                    <a:pt x="245694" y="32854"/>
                  </a:lnTo>
                  <a:lnTo>
                    <a:pt x="221843" y="10452"/>
                  </a:lnTo>
                  <a:lnTo>
                    <a:pt x="209918"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52" name="Google Shape;152;p20"/>
            <p:cNvSpPr/>
            <p:nvPr/>
          </p:nvSpPr>
          <p:spPr>
            <a:xfrm>
              <a:off x="4913372" y="2572511"/>
              <a:ext cx="420370" cy="1003935"/>
            </a:xfrm>
            <a:custGeom>
              <a:rect b="b" l="l" r="r" t="t"/>
              <a:pathLst>
                <a:path extrusionOk="0" h="1003935" w="420370">
                  <a:moveTo>
                    <a:pt x="209918" y="0"/>
                  </a:moveTo>
                  <a:lnTo>
                    <a:pt x="221843" y="10452"/>
                  </a:lnTo>
                  <a:lnTo>
                    <a:pt x="233768" y="21653"/>
                  </a:lnTo>
                  <a:lnTo>
                    <a:pt x="245694" y="32854"/>
                  </a:lnTo>
                  <a:lnTo>
                    <a:pt x="256031" y="45554"/>
                  </a:lnTo>
                  <a:lnTo>
                    <a:pt x="267169" y="57492"/>
                  </a:lnTo>
                  <a:lnTo>
                    <a:pt x="276707" y="71678"/>
                  </a:lnTo>
                  <a:lnTo>
                    <a:pt x="287845" y="84378"/>
                  </a:lnTo>
                  <a:lnTo>
                    <a:pt x="296583" y="98564"/>
                  </a:lnTo>
                  <a:lnTo>
                    <a:pt x="306133" y="112001"/>
                  </a:lnTo>
                  <a:lnTo>
                    <a:pt x="332371" y="155308"/>
                  </a:lnTo>
                  <a:lnTo>
                    <a:pt x="348272" y="185928"/>
                  </a:lnTo>
                  <a:lnTo>
                    <a:pt x="356222" y="200863"/>
                  </a:lnTo>
                  <a:lnTo>
                    <a:pt x="363372" y="218033"/>
                  </a:lnTo>
                  <a:lnTo>
                    <a:pt x="369735" y="232968"/>
                  </a:lnTo>
                  <a:lnTo>
                    <a:pt x="375310" y="250151"/>
                  </a:lnTo>
                  <a:lnTo>
                    <a:pt x="391998" y="299427"/>
                  </a:lnTo>
                  <a:lnTo>
                    <a:pt x="400748" y="334518"/>
                  </a:lnTo>
                  <a:lnTo>
                    <a:pt x="405523" y="352437"/>
                  </a:lnTo>
                  <a:lnTo>
                    <a:pt x="408698" y="370370"/>
                  </a:lnTo>
                  <a:lnTo>
                    <a:pt x="411086" y="389026"/>
                  </a:lnTo>
                  <a:lnTo>
                    <a:pt x="413473" y="406958"/>
                  </a:lnTo>
                  <a:lnTo>
                    <a:pt x="415861" y="426364"/>
                  </a:lnTo>
                  <a:lnTo>
                    <a:pt x="417448" y="444284"/>
                  </a:lnTo>
                  <a:lnTo>
                    <a:pt x="418249" y="462203"/>
                  </a:lnTo>
                  <a:lnTo>
                    <a:pt x="419836" y="481622"/>
                  </a:lnTo>
                  <a:lnTo>
                    <a:pt x="419836" y="501789"/>
                  </a:lnTo>
                  <a:lnTo>
                    <a:pt x="419836" y="518960"/>
                  </a:lnTo>
                  <a:lnTo>
                    <a:pt x="418249" y="539115"/>
                  </a:lnTo>
                  <a:lnTo>
                    <a:pt x="413473" y="594372"/>
                  </a:lnTo>
                  <a:lnTo>
                    <a:pt x="405523" y="648881"/>
                  </a:lnTo>
                  <a:lnTo>
                    <a:pt x="400748" y="666800"/>
                  </a:lnTo>
                  <a:lnTo>
                    <a:pt x="396773" y="683983"/>
                  </a:lnTo>
                  <a:lnTo>
                    <a:pt x="381660" y="734758"/>
                  </a:lnTo>
                  <a:lnTo>
                    <a:pt x="368147" y="768362"/>
                  </a:lnTo>
                  <a:lnTo>
                    <a:pt x="362584" y="784783"/>
                  </a:lnTo>
                  <a:lnTo>
                    <a:pt x="354634" y="800468"/>
                  </a:lnTo>
                  <a:lnTo>
                    <a:pt x="348272" y="815403"/>
                  </a:lnTo>
                  <a:lnTo>
                    <a:pt x="339521" y="831075"/>
                  </a:lnTo>
                  <a:lnTo>
                    <a:pt x="331571" y="846010"/>
                  </a:lnTo>
                  <a:lnTo>
                    <a:pt x="323621" y="860945"/>
                  </a:lnTo>
                  <a:lnTo>
                    <a:pt x="314871" y="875131"/>
                  </a:lnTo>
                  <a:lnTo>
                    <a:pt x="305333" y="889317"/>
                  </a:lnTo>
                  <a:lnTo>
                    <a:pt x="295795" y="903516"/>
                  </a:lnTo>
                  <a:lnTo>
                    <a:pt x="286245" y="916952"/>
                  </a:lnTo>
                  <a:lnTo>
                    <a:pt x="275920" y="931138"/>
                  </a:lnTo>
                  <a:lnTo>
                    <a:pt x="265582" y="943089"/>
                  </a:lnTo>
                  <a:lnTo>
                    <a:pt x="255244" y="955776"/>
                  </a:lnTo>
                  <a:lnTo>
                    <a:pt x="243319" y="968476"/>
                  </a:lnTo>
                  <a:lnTo>
                    <a:pt x="232981" y="981163"/>
                  </a:lnTo>
                  <a:lnTo>
                    <a:pt x="221056" y="992365"/>
                  </a:lnTo>
                  <a:lnTo>
                    <a:pt x="209118" y="1003566"/>
                  </a:lnTo>
                  <a:lnTo>
                    <a:pt x="197192" y="992365"/>
                  </a:lnTo>
                  <a:lnTo>
                    <a:pt x="185267" y="981163"/>
                  </a:lnTo>
                  <a:lnTo>
                    <a:pt x="174142" y="968476"/>
                  </a:lnTo>
                  <a:lnTo>
                    <a:pt x="163804" y="955776"/>
                  </a:lnTo>
                  <a:lnTo>
                    <a:pt x="153466" y="943089"/>
                  </a:lnTo>
                  <a:lnTo>
                    <a:pt x="142328" y="931138"/>
                  </a:lnTo>
                  <a:lnTo>
                    <a:pt x="132791" y="916952"/>
                  </a:lnTo>
                  <a:lnTo>
                    <a:pt x="123253" y="903516"/>
                  </a:lnTo>
                  <a:lnTo>
                    <a:pt x="113703" y="889317"/>
                  </a:lnTo>
                  <a:lnTo>
                    <a:pt x="104165" y="876630"/>
                  </a:lnTo>
                  <a:lnTo>
                    <a:pt x="94627" y="860945"/>
                  </a:lnTo>
                  <a:lnTo>
                    <a:pt x="87464" y="846010"/>
                  </a:lnTo>
                  <a:lnTo>
                    <a:pt x="79514" y="831824"/>
                  </a:lnTo>
                  <a:lnTo>
                    <a:pt x="70764" y="815403"/>
                  </a:lnTo>
                  <a:lnTo>
                    <a:pt x="64414" y="800468"/>
                  </a:lnTo>
                  <a:lnTo>
                    <a:pt x="56464" y="784783"/>
                  </a:lnTo>
                  <a:lnTo>
                    <a:pt x="50888" y="768362"/>
                  </a:lnTo>
                  <a:lnTo>
                    <a:pt x="43738" y="752678"/>
                  </a:lnTo>
                  <a:lnTo>
                    <a:pt x="37376" y="734758"/>
                  </a:lnTo>
                  <a:lnTo>
                    <a:pt x="33400" y="717588"/>
                  </a:lnTo>
                  <a:lnTo>
                    <a:pt x="27038" y="701903"/>
                  </a:lnTo>
                  <a:lnTo>
                    <a:pt x="23863" y="684720"/>
                  </a:lnTo>
                  <a:lnTo>
                    <a:pt x="18287" y="666800"/>
                  </a:lnTo>
                  <a:lnTo>
                    <a:pt x="15112" y="648881"/>
                  </a:lnTo>
                  <a:lnTo>
                    <a:pt x="11137" y="630961"/>
                  </a:lnTo>
                  <a:lnTo>
                    <a:pt x="7950" y="613041"/>
                  </a:lnTo>
                  <a:lnTo>
                    <a:pt x="5575" y="594372"/>
                  </a:lnTo>
                  <a:lnTo>
                    <a:pt x="3187" y="576453"/>
                  </a:lnTo>
                  <a:lnTo>
                    <a:pt x="1600" y="558533"/>
                  </a:lnTo>
                  <a:lnTo>
                    <a:pt x="800" y="539115"/>
                  </a:lnTo>
                  <a:lnTo>
                    <a:pt x="0" y="518960"/>
                  </a:lnTo>
                  <a:lnTo>
                    <a:pt x="0" y="501789"/>
                  </a:lnTo>
                  <a:lnTo>
                    <a:pt x="0" y="483870"/>
                  </a:lnTo>
                  <a:lnTo>
                    <a:pt x="800" y="463702"/>
                  </a:lnTo>
                  <a:lnTo>
                    <a:pt x="1600" y="444284"/>
                  </a:lnTo>
                  <a:lnTo>
                    <a:pt x="3187" y="426364"/>
                  </a:lnTo>
                  <a:lnTo>
                    <a:pt x="5575" y="408444"/>
                  </a:lnTo>
                  <a:lnTo>
                    <a:pt x="7950" y="389775"/>
                  </a:lnTo>
                  <a:lnTo>
                    <a:pt x="11137" y="371856"/>
                  </a:lnTo>
                  <a:lnTo>
                    <a:pt x="15112" y="353936"/>
                  </a:lnTo>
                  <a:lnTo>
                    <a:pt x="18287" y="336016"/>
                  </a:lnTo>
                  <a:lnTo>
                    <a:pt x="23863" y="318096"/>
                  </a:lnTo>
                  <a:lnTo>
                    <a:pt x="28625" y="300926"/>
                  </a:lnTo>
                  <a:lnTo>
                    <a:pt x="33400" y="285242"/>
                  </a:lnTo>
                  <a:lnTo>
                    <a:pt x="38963" y="268071"/>
                  </a:lnTo>
                  <a:lnTo>
                    <a:pt x="44526" y="250151"/>
                  </a:lnTo>
                  <a:lnTo>
                    <a:pt x="50888" y="234467"/>
                  </a:lnTo>
                  <a:lnTo>
                    <a:pt x="56464" y="218033"/>
                  </a:lnTo>
                  <a:lnTo>
                    <a:pt x="64414" y="200863"/>
                  </a:lnTo>
                  <a:lnTo>
                    <a:pt x="72364" y="185928"/>
                  </a:lnTo>
                  <a:lnTo>
                    <a:pt x="79514" y="170992"/>
                  </a:lnTo>
                  <a:lnTo>
                    <a:pt x="87464" y="156806"/>
                  </a:lnTo>
                  <a:lnTo>
                    <a:pt x="95415" y="141871"/>
                  </a:lnTo>
                  <a:lnTo>
                    <a:pt x="104165" y="126187"/>
                  </a:lnTo>
                  <a:lnTo>
                    <a:pt x="133591" y="84378"/>
                  </a:lnTo>
                  <a:lnTo>
                    <a:pt x="164591" y="45554"/>
                  </a:lnTo>
                  <a:lnTo>
                    <a:pt x="199580" y="10452"/>
                  </a:lnTo>
                  <a:lnTo>
                    <a:pt x="209918" y="0"/>
                  </a:lnTo>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53" name="Google Shape;153;p20"/>
          <p:cNvSpPr txBox="1"/>
          <p:nvPr/>
        </p:nvSpPr>
        <p:spPr>
          <a:xfrm>
            <a:off x="5621812" y="2676146"/>
            <a:ext cx="128270" cy="7569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6</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7</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8</a:t>
            </a:r>
            <a:endParaRPr sz="1600">
              <a:latin typeface="Calibri"/>
              <a:ea typeface="Calibri"/>
              <a:cs typeface="Calibri"/>
              <a:sym typeface="Calibri"/>
            </a:endParaRPr>
          </a:p>
        </p:txBody>
      </p:sp>
      <p:sp>
        <p:nvSpPr>
          <p:cNvPr id="154" name="Google Shape;154;p20"/>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155" name="Google Shape;155;p2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56" name="Google Shape;156;p2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57" name="Google Shape;157;p20"/>
          <p:cNvSpPr txBox="1"/>
          <p:nvPr/>
        </p:nvSpPr>
        <p:spPr>
          <a:xfrm>
            <a:off x="5054274" y="2560206"/>
            <a:ext cx="128270" cy="100076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4</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5</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4</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5</a:t>
            </a:r>
            <a:endParaRPr sz="1600">
              <a:latin typeface="Calibri"/>
              <a:ea typeface="Calibri"/>
              <a:cs typeface="Calibri"/>
              <a:sym typeface="Calibri"/>
            </a:endParaRPr>
          </a:p>
        </p:txBody>
      </p:sp>
      <p:sp>
        <p:nvSpPr>
          <p:cNvPr id="158" name="Google Shape;158;p20"/>
          <p:cNvSpPr txBox="1"/>
          <p:nvPr/>
        </p:nvSpPr>
        <p:spPr>
          <a:xfrm>
            <a:off x="4471940" y="2724184"/>
            <a:ext cx="128270" cy="7569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1</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2</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3</a:t>
            </a:r>
            <a:endParaRPr sz="1600">
              <a:latin typeface="Calibri"/>
              <a:ea typeface="Calibri"/>
              <a:cs typeface="Calibri"/>
              <a:sym typeface="Calibri"/>
            </a:endParaRPr>
          </a:p>
        </p:txBody>
      </p:sp>
      <p:sp>
        <p:nvSpPr>
          <p:cNvPr id="159" name="Google Shape;159;p20"/>
          <p:cNvSpPr txBox="1"/>
          <p:nvPr/>
        </p:nvSpPr>
        <p:spPr>
          <a:xfrm>
            <a:off x="405384" y="2299716"/>
            <a:ext cx="2705100" cy="138239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0277"/>
              </a:lnSpc>
              <a:spcBef>
                <a:spcPts val="0"/>
              </a:spcBef>
              <a:spcAft>
                <a:spcPts val="0"/>
              </a:spcAft>
              <a:buNone/>
            </a:pPr>
            <a:r>
              <a:rPr b="1" lang="en-US" sz="1800">
                <a:solidFill>
                  <a:srgbClr val="4E3629"/>
                </a:solidFill>
                <a:latin typeface="Courier New"/>
                <a:ea typeface="Courier New"/>
                <a:cs typeface="Courier New"/>
                <a:sym typeface="Courier New"/>
              </a:rPr>
              <a:t>SELECT a_id</a:t>
            </a:r>
            <a:endParaRPr sz="1800">
              <a:latin typeface="Courier New"/>
              <a:ea typeface="Courier New"/>
              <a:cs typeface="Courier New"/>
              <a:sym typeface="Courier New"/>
            </a:endParaRPr>
          </a:p>
          <a:p>
            <a:pPr indent="-136525" lvl="0" marL="136525" marR="11969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a  UNION	ALL</a:t>
            </a:r>
            <a:endParaRPr sz="1800">
              <a:latin typeface="Courier New"/>
              <a:ea typeface="Courier New"/>
              <a:cs typeface="Courier New"/>
              <a:sym typeface="Courier New"/>
            </a:endParaRPr>
          </a:p>
          <a:p>
            <a:pPr indent="0" lvl="0" marL="0" marR="11969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b_id  FROM b;</a:t>
            </a:r>
            <a:endParaRPr sz="1800">
              <a:latin typeface="Courier New"/>
              <a:ea typeface="Courier New"/>
              <a:cs typeface="Courier New"/>
              <a:sym typeface="Courier New"/>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1"/>
          <p:cNvSpPr txBox="1"/>
          <p:nvPr>
            <p:ph type="title"/>
          </p:nvPr>
        </p:nvSpPr>
        <p:spPr>
          <a:xfrm>
            <a:off x="392112" y="748031"/>
            <a:ext cx="18522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INTERSECT</a:t>
            </a:r>
            <a:endParaRPr sz="3300"/>
          </a:p>
        </p:txBody>
      </p:sp>
      <p:sp>
        <p:nvSpPr>
          <p:cNvPr id="165" name="Google Shape;165;p21"/>
          <p:cNvSpPr txBox="1"/>
          <p:nvPr/>
        </p:nvSpPr>
        <p:spPr>
          <a:xfrm>
            <a:off x="483552" y="1415417"/>
            <a:ext cx="6891020"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operador INTERSECT devuelve todas las filas  comunes a ambas tablas</a:t>
            </a:r>
            <a:endParaRPr sz="2800">
              <a:latin typeface="Calibri"/>
              <a:ea typeface="Calibri"/>
              <a:cs typeface="Calibri"/>
              <a:sym typeface="Calibri"/>
            </a:endParaRPr>
          </a:p>
        </p:txBody>
      </p:sp>
      <p:sp>
        <p:nvSpPr>
          <p:cNvPr id="166" name="Google Shape;166;p21"/>
          <p:cNvSpPr txBox="1"/>
          <p:nvPr/>
        </p:nvSpPr>
        <p:spPr>
          <a:xfrm>
            <a:off x="483552" y="4228721"/>
            <a:ext cx="6544309"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resultado de mostrar todos los elementos  encontrados tanto en A como en B es {4, 5}</a:t>
            </a:r>
            <a:endParaRPr sz="2800">
              <a:latin typeface="Calibri"/>
              <a:ea typeface="Calibri"/>
              <a:cs typeface="Calibri"/>
              <a:sym typeface="Calibri"/>
            </a:endParaRPr>
          </a:p>
        </p:txBody>
      </p:sp>
      <p:grpSp>
        <p:nvGrpSpPr>
          <p:cNvPr id="167" name="Google Shape;167;p21"/>
          <p:cNvGrpSpPr/>
          <p:nvPr/>
        </p:nvGrpSpPr>
        <p:grpSpPr>
          <a:xfrm>
            <a:off x="4012691" y="2500883"/>
            <a:ext cx="2429383" cy="1382395"/>
            <a:chOff x="4012691" y="2500883"/>
            <a:chExt cx="2429383" cy="1382395"/>
          </a:xfrm>
        </p:grpSpPr>
        <p:sp>
          <p:nvSpPr>
            <p:cNvPr id="168" name="Google Shape;168;p21"/>
            <p:cNvSpPr/>
            <p:nvPr/>
          </p:nvSpPr>
          <p:spPr>
            <a:xfrm>
              <a:off x="4012691" y="2500883"/>
              <a:ext cx="1445260" cy="1382395"/>
            </a:xfrm>
            <a:custGeom>
              <a:rect b="b" l="l" r="r" t="t"/>
              <a:pathLst>
                <a:path extrusionOk="0" h="1382395" w="1445260">
                  <a:moveTo>
                    <a:pt x="722376" y="0"/>
                  </a:moveTo>
                  <a:lnTo>
                    <a:pt x="672917" y="1594"/>
                  </a:lnTo>
                  <a:lnTo>
                    <a:pt x="624353" y="6309"/>
                  </a:lnTo>
                  <a:lnTo>
                    <a:pt x="576791" y="14041"/>
                  </a:lnTo>
                  <a:lnTo>
                    <a:pt x="530339" y="24688"/>
                  </a:lnTo>
                  <a:lnTo>
                    <a:pt x="485104" y="38146"/>
                  </a:lnTo>
                  <a:lnTo>
                    <a:pt x="441194" y="54313"/>
                  </a:lnTo>
                  <a:lnTo>
                    <a:pt x="398716" y="73085"/>
                  </a:lnTo>
                  <a:lnTo>
                    <a:pt x="357778" y="94361"/>
                  </a:lnTo>
                  <a:lnTo>
                    <a:pt x="318488" y="118035"/>
                  </a:lnTo>
                  <a:lnTo>
                    <a:pt x="280953" y="144007"/>
                  </a:lnTo>
                  <a:lnTo>
                    <a:pt x="245280" y="172173"/>
                  </a:lnTo>
                  <a:lnTo>
                    <a:pt x="211578" y="202430"/>
                  </a:lnTo>
                  <a:lnTo>
                    <a:pt x="179954" y="234674"/>
                  </a:lnTo>
                  <a:lnTo>
                    <a:pt x="150515" y="268804"/>
                  </a:lnTo>
                  <a:lnTo>
                    <a:pt x="123370" y="304716"/>
                  </a:lnTo>
                  <a:lnTo>
                    <a:pt x="98625" y="342307"/>
                  </a:lnTo>
                  <a:lnTo>
                    <a:pt x="76388" y="381474"/>
                  </a:lnTo>
                  <a:lnTo>
                    <a:pt x="56767" y="422115"/>
                  </a:lnTo>
                  <a:lnTo>
                    <a:pt x="39870" y="464126"/>
                  </a:lnTo>
                  <a:lnTo>
                    <a:pt x="25803" y="507404"/>
                  </a:lnTo>
                  <a:lnTo>
                    <a:pt x="14676" y="551847"/>
                  </a:lnTo>
                  <a:lnTo>
                    <a:pt x="6594" y="597352"/>
                  </a:lnTo>
                  <a:lnTo>
                    <a:pt x="1666" y="643815"/>
                  </a:lnTo>
                  <a:lnTo>
                    <a:pt x="0" y="691134"/>
                  </a:lnTo>
                  <a:lnTo>
                    <a:pt x="1666" y="738452"/>
                  </a:lnTo>
                  <a:lnTo>
                    <a:pt x="6594" y="784915"/>
                  </a:lnTo>
                  <a:lnTo>
                    <a:pt x="14676" y="830420"/>
                  </a:lnTo>
                  <a:lnTo>
                    <a:pt x="25803" y="874863"/>
                  </a:lnTo>
                  <a:lnTo>
                    <a:pt x="39870" y="918141"/>
                  </a:lnTo>
                  <a:lnTo>
                    <a:pt x="56767" y="960152"/>
                  </a:lnTo>
                  <a:lnTo>
                    <a:pt x="76388" y="1000793"/>
                  </a:lnTo>
                  <a:lnTo>
                    <a:pt x="98625" y="1039960"/>
                  </a:lnTo>
                  <a:lnTo>
                    <a:pt x="123370" y="1077551"/>
                  </a:lnTo>
                  <a:lnTo>
                    <a:pt x="150515" y="1113463"/>
                  </a:lnTo>
                  <a:lnTo>
                    <a:pt x="179954" y="1147593"/>
                  </a:lnTo>
                  <a:lnTo>
                    <a:pt x="211578" y="1179837"/>
                  </a:lnTo>
                  <a:lnTo>
                    <a:pt x="245280" y="1210094"/>
                  </a:lnTo>
                  <a:lnTo>
                    <a:pt x="280953" y="1238260"/>
                  </a:lnTo>
                  <a:lnTo>
                    <a:pt x="318488" y="1264232"/>
                  </a:lnTo>
                  <a:lnTo>
                    <a:pt x="357778" y="1287907"/>
                  </a:lnTo>
                  <a:lnTo>
                    <a:pt x="398716" y="1309182"/>
                  </a:lnTo>
                  <a:lnTo>
                    <a:pt x="441194" y="1327954"/>
                  </a:lnTo>
                  <a:lnTo>
                    <a:pt x="485104" y="1344121"/>
                  </a:lnTo>
                  <a:lnTo>
                    <a:pt x="530339" y="1357579"/>
                  </a:lnTo>
                  <a:lnTo>
                    <a:pt x="576791" y="1368226"/>
                  </a:lnTo>
                  <a:lnTo>
                    <a:pt x="624353" y="1375958"/>
                  </a:lnTo>
                  <a:lnTo>
                    <a:pt x="672917" y="1380673"/>
                  </a:lnTo>
                  <a:lnTo>
                    <a:pt x="722376" y="1382268"/>
                  </a:lnTo>
                  <a:lnTo>
                    <a:pt x="771834" y="1380673"/>
                  </a:lnTo>
                  <a:lnTo>
                    <a:pt x="820398" y="1375958"/>
                  </a:lnTo>
                  <a:lnTo>
                    <a:pt x="867960" y="1368226"/>
                  </a:lnTo>
                  <a:lnTo>
                    <a:pt x="914412" y="1357579"/>
                  </a:lnTo>
                  <a:lnTo>
                    <a:pt x="959647" y="1344121"/>
                  </a:lnTo>
                  <a:lnTo>
                    <a:pt x="1003557" y="1327954"/>
                  </a:lnTo>
                  <a:lnTo>
                    <a:pt x="1046035" y="1309182"/>
                  </a:lnTo>
                  <a:lnTo>
                    <a:pt x="1086973" y="1287907"/>
                  </a:lnTo>
                  <a:lnTo>
                    <a:pt x="1126263" y="1264232"/>
                  </a:lnTo>
                  <a:lnTo>
                    <a:pt x="1163798" y="1238260"/>
                  </a:lnTo>
                  <a:lnTo>
                    <a:pt x="1199471" y="1210094"/>
                  </a:lnTo>
                  <a:lnTo>
                    <a:pt x="1233173" y="1179837"/>
                  </a:lnTo>
                  <a:lnTo>
                    <a:pt x="1264797" y="1147593"/>
                  </a:lnTo>
                  <a:lnTo>
                    <a:pt x="1294236" y="1113463"/>
                  </a:lnTo>
                  <a:lnTo>
                    <a:pt x="1321381" y="1077551"/>
                  </a:lnTo>
                  <a:lnTo>
                    <a:pt x="1346126" y="1039960"/>
                  </a:lnTo>
                  <a:lnTo>
                    <a:pt x="1368363" y="1000793"/>
                  </a:lnTo>
                  <a:lnTo>
                    <a:pt x="1387984" y="960152"/>
                  </a:lnTo>
                  <a:lnTo>
                    <a:pt x="1404881" y="918141"/>
                  </a:lnTo>
                  <a:lnTo>
                    <a:pt x="1418948" y="874863"/>
                  </a:lnTo>
                  <a:lnTo>
                    <a:pt x="1430075" y="830420"/>
                  </a:lnTo>
                  <a:lnTo>
                    <a:pt x="1438157" y="784915"/>
                  </a:lnTo>
                  <a:lnTo>
                    <a:pt x="1443085" y="738452"/>
                  </a:lnTo>
                  <a:lnTo>
                    <a:pt x="1444752" y="691134"/>
                  </a:lnTo>
                  <a:lnTo>
                    <a:pt x="1443085" y="643815"/>
                  </a:lnTo>
                  <a:lnTo>
                    <a:pt x="1438157" y="597352"/>
                  </a:lnTo>
                  <a:lnTo>
                    <a:pt x="1430075" y="551847"/>
                  </a:lnTo>
                  <a:lnTo>
                    <a:pt x="1418948" y="507404"/>
                  </a:lnTo>
                  <a:lnTo>
                    <a:pt x="1404881" y="464126"/>
                  </a:lnTo>
                  <a:lnTo>
                    <a:pt x="1387984" y="422115"/>
                  </a:lnTo>
                  <a:lnTo>
                    <a:pt x="1368363" y="381474"/>
                  </a:lnTo>
                  <a:lnTo>
                    <a:pt x="1346126" y="342307"/>
                  </a:lnTo>
                  <a:lnTo>
                    <a:pt x="1321381" y="304716"/>
                  </a:lnTo>
                  <a:lnTo>
                    <a:pt x="1294236" y="268804"/>
                  </a:lnTo>
                  <a:lnTo>
                    <a:pt x="1264797" y="234674"/>
                  </a:lnTo>
                  <a:lnTo>
                    <a:pt x="1233173" y="202430"/>
                  </a:lnTo>
                  <a:lnTo>
                    <a:pt x="1199471" y="172173"/>
                  </a:lnTo>
                  <a:lnTo>
                    <a:pt x="1163798" y="144007"/>
                  </a:lnTo>
                  <a:lnTo>
                    <a:pt x="1126263" y="118035"/>
                  </a:lnTo>
                  <a:lnTo>
                    <a:pt x="1086973" y="94361"/>
                  </a:lnTo>
                  <a:lnTo>
                    <a:pt x="1046035" y="73085"/>
                  </a:lnTo>
                  <a:lnTo>
                    <a:pt x="1003557" y="54313"/>
                  </a:lnTo>
                  <a:lnTo>
                    <a:pt x="959647" y="38146"/>
                  </a:lnTo>
                  <a:lnTo>
                    <a:pt x="914412" y="24688"/>
                  </a:lnTo>
                  <a:lnTo>
                    <a:pt x="867960" y="14041"/>
                  </a:lnTo>
                  <a:lnTo>
                    <a:pt x="820398" y="6309"/>
                  </a:lnTo>
                  <a:lnTo>
                    <a:pt x="771834" y="1594"/>
                  </a:lnTo>
                  <a:lnTo>
                    <a:pt x="722376"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69" name="Google Shape;169;p21"/>
            <p:cNvSpPr/>
            <p:nvPr/>
          </p:nvSpPr>
          <p:spPr>
            <a:xfrm>
              <a:off x="4012691" y="2500883"/>
              <a:ext cx="1445260" cy="1382395"/>
            </a:xfrm>
            <a:custGeom>
              <a:rect b="b" l="l" r="r" t="t"/>
              <a:pathLst>
                <a:path extrusionOk="0" h="1382395" w="1445260">
                  <a:moveTo>
                    <a:pt x="0" y="691134"/>
                  </a:moveTo>
                  <a:lnTo>
                    <a:pt x="1666" y="643815"/>
                  </a:lnTo>
                  <a:lnTo>
                    <a:pt x="6594" y="597352"/>
                  </a:lnTo>
                  <a:lnTo>
                    <a:pt x="14676" y="551847"/>
                  </a:lnTo>
                  <a:lnTo>
                    <a:pt x="25803" y="507404"/>
                  </a:lnTo>
                  <a:lnTo>
                    <a:pt x="39870" y="464126"/>
                  </a:lnTo>
                  <a:lnTo>
                    <a:pt x="56767" y="422115"/>
                  </a:lnTo>
                  <a:lnTo>
                    <a:pt x="76388" y="381474"/>
                  </a:lnTo>
                  <a:lnTo>
                    <a:pt x="98625" y="342307"/>
                  </a:lnTo>
                  <a:lnTo>
                    <a:pt x="123370" y="304716"/>
                  </a:lnTo>
                  <a:lnTo>
                    <a:pt x="150515" y="268804"/>
                  </a:lnTo>
                  <a:lnTo>
                    <a:pt x="179954" y="234674"/>
                  </a:lnTo>
                  <a:lnTo>
                    <a:pt x="211578" y="202430"/>
                  </a:lnTo>
                  <a:lnTo>
                    <a:pt x="245280" y="172173"/>
                  </a:lnTo>
                  <a:lnTo>
                    <a:pt x="280953" y="144007"/>
                  </a:lnTo>
                  <a:lnTo>
                    <a:pt x="318488" y="118035"/>
                  </a:lnTo>
                  <a:lnTo>
                    <a:pt x="357778" y="94361"/>
                  </a:lnTo>
                  <a:lnTo>
                    <a:pt x="398716" y="73085"/>
                  </a:lnTo>
                  <a:lnTo>
                    <a:pt x="441194" y="54313"/>
                  </a:lnTo>
                  <a:lnTo>
                    <a:pt x="485104" y="38146"/>
                  </a:lnTo>
                  <a:lnTo>
                    <a:pt x="530339" y="24688"/>
                  </a:lnTo>
                  <a:lnTo>
                    <a:pt x="576791" y="14041"/>
                  </a:lnTo>
                  <a:lnTo>
                    <a:pt x="624353" y="6309"/>
                  </a:lnTo>
                  <a:lnTo>
                    <a:pt x="672917" y="1594"/>
                  </a:lnTo>
                  <a:lnTo>
                    <a:pt x="722376" y="0"/>
                  </a:lnTo>
                  <a:lnTo>
                    <a:pt x="771834" y="1594"/>
                  </a:lnTo>
                  <a:lnTo>
                    <a:pt x="820398" y="6309"/>
                  </a:lnTo>
                  <a:lnTo>
                    <a:pt x="867960" y="14041"/>
                  </a:lnTo>
                  <a:lnTo>
                    <a:pt x="914412" y="24688"/>
                  </a:lnTo>
                  <a:lnTo>
                    <a:pt x="959647" y="38146"/>
                  </a:lnTo>
                  <a:lnTo>
                    <a:pt x="1003557" y="54313"/>
                  </a:lnTo>
                  <a:lnTo>
                    <a:pt x="1046035" y="73085"/>
                  </a:lnTo>
                  <a:lnTo>
                    <a:pt x="1086973" y="94361"/>
                  </a:lnTo>
                  <a:lnTo>
                    <a:pt x="1126263" y="118035"/>
                  </a:lnTo>
                  <a:lnTo>
                    <a:pt x="1163798" y="144007"/>
                  </a:lnTo>
                  <a:lnTo>
                    <a:pt x="1199471" y="172173"/>
                  </a:lnTo>
                  <a:lnTo>
                    <a:pt x="1233173" y="202430"/>
                  </a:lnTo>
                  <a:lnTo>
                    <a:pt x="1264797" y="234674"/>
                  </a:lnTo>
                  <a:lnTo>
                    <a:pt x="1294236" y="268804"/>
                  </a:lnTo>
                  <a:lnTo>
                    <a:pt x="1321381" y="304716"/>
                  </a:lnTo>
                  <a:lnTo>
                    <a:pt x="1346126" y="342307"/>
                  </a:lnTo>
                  <a:lnTo>
                    <a:pt x="1368363" y="381474"/>
                  </a:lnTo>
                  <a:lnTo>
                    <a:pt x="1387984" y="422115"/>
                  </a:lnTo>
                  <a:lnTo>
                    <a:pt x="1404881" y="464126"/>
                  </a:lnTo>
                  <a:lnTo>
                    <a:pt x="1418948" y="507404"/>
                  </a:lnTo>
                  <a:lnTo>
                    <a:pt x="1430075" y="551847"/>
                  </a:lnTo>
                  <a:lnTo>
                    <a:pt x="1438157" y="597352"/>
                  </a:lnTo>
                  <a:lnTo>
                    <a:pt x="1443085" y="643815"/>
                  </a:lnTo>
                  <a:lnTo>
                    <a:pt x="1444752" y="691134"/>
                  </a:lnTo>
                  <a:lnTo>
                    <a:pt x="1443085" y="738452"/>
                  </a:lnTo>
                  <a:lnTo>
                    <a:pt x="1438157" y="784915"/>
                  </a:lnTo>
                  <a:lnTo>
                    <a:pt x="1430075" y="830420"/>
                  </a:lnTo>
                  <a:lnTo>
                    <a:pt x="1418948" y="874863"/>
                  </a:lnTo>
                  <a:lnTo>
                    <a:pt x="1404881" y="918141"/>
                  </a:lnTo>
                  <a:lnTo>
                    <a:pt x="1387984" y="960152"/>
                  </a:lnTo>
                  <a:lnTo>
                    <a:pt x="1368363" y="1000793"/>
                  </a:lnTo>
                  <a:lnTo>
                    <a:pt x="1346126" y="1039960"/>
                  </a:lnTo>
                  <a:lnTo>
                    <a:pt x="1321381" y="1077551"/>
                  </a:lnTo>
                  <a:lnTo>
                    <a:pt x="1294236" y="1113463"/>
                  </a:lnTo>
                  <a:lnTo>
                    <a:pt x="1264797" y="1147593"/>
                  </a:lnTo>
                  <a:lnTo>
                    <a:pt x="1233173" y="1179837"/>
                  </a:lnTo>
                  <a:lnTo>
                    <a:pt x="1199471" y="1210094"/>
                  </a:lnTo>
                  <a:lnTo>
                    <a:pt x="1163798" y="1238260"/>
                  </a:lnTo>
                  <a:lnTo>
                    <a:pt x="1126263" y="1264232"/>
                  </a:lnTo>
                  <a:lnTo>
                    <a:pt x="1086973" y="1287907"/>
                  </a:lnTo>
                  <a:lnTo>
                    <a:pt x="1046035" y="1309182"/>
                  </a:lnTo>
                  <a:lnTo>
                    <a:pt x="1003557" y="1327954"/>
                  </a:lnTo>
                  <a:lnTo>
                    <a:pt x="959647" y="1344121"/>
                  </a:lnTo>
                  <a:lnTo>
                    <a:pt x="914412" y="1357579"/>
                  </a:lnTo>
                  <a:lnTo>
                    <a:pt x="867960" y="1368226"/>
                  </a:lnTo>
                  <a:lnTo>
                    <a:pt x="820398" y="1375958"/>
                  </a:lnTo>
                  <a:lnTo>
                    <a:pt x="771834" y="1380673"/>
                  </a:lnTo>
                  <a:lnTo>
                    <a:pt x="722376" y="1382268"/>
                  </a:lnTo>
                  <a:lnTo>
                    <a:pt x="672917" y="1380673"/>
                  </a:lnTo>
                  <a:lnTo>
                    <a:pt x="624353" y="1375958"/>
                  </a:lnTo>
                  <a:lnTo>
                    <a:pt x="576791" y="1368226"/>
                  </a:lnTo>
                  <a:lnTo>
                    <a:pt x="530339" y="1357579"/>
                  </a:lnTo>
                  <a:lnTo>
                    <a:pt x="485104" y="1344121"/>
                  </a:lnTo>
                  <a:lnTo>
                    <a:pt x="441194" y="1327954"/>
                  </a:lnTo>
                  <a:lnTo>
                    <a:pt x="398716" y="1309182"/>
                  </a:lnTo>
                  <a:lnTo>
                    <a:pt x="357778" y="1287907"/>
                  </a:lnTo>
                  <a:lnTo>
                    <a:pt x="318488" y="1264232"/>
                  </a:lnTo>
                  <a:lnTo>
                    <a:pt x="280953" y="1238260"/>
                  </a:lnTo>
                  <a:lnTo>
                    <a:pt x="245280" y="1210094"/>
                  </a:lnTo>
                  <a:lnTo>
                    <a:pt x="211578" y="1179837"/>
                  </a:lnTo>
                  <a:lnTo>
                    <a:pt x="179954" y="1147593"/>
                  </a:lnTo>
                  <a:lnTo>
                    <a:pt x="150515" y="1113463"/>
                  </a:lnTo>
                  <a:lnTo>
                    <a:pt x="123370" y="1077551"/>
                  </a:lnTo>
                  <a:lnTo>
                    <a:pt x="98625" y="1039960"/>
                  </a:lnTo>
                  <a:lnTo>
                    <a:pt x="76388" y="1000793"/>
                  </a:lnTo>
                  <a:lnTo>
                    <a:pt x="56767" y="960152"/>
                  </a:lnTo>
                  <a:lnTo>
                    <a:pt x="39870" y="918141"/>
                  </a:lnTo>
                  <a:lnTo>
                    <a:pt x="25803" y="874863"/>
                  </a:lnTo>
                  <a:lnTo>
                    <a:pt x="14676" y="830420"/>
                  </a:lnTo>
                  <a:lnTo>
                    <a:pt x="6594" y="784915"/>
                  </a:lnTo>
                  <a:lnTo>
                    <a:pt x="1666" y="738452"/>
                  </a:lnTo>
                  <a:lnTo>
                    <a:pt x="0" y="691134"/>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0" name="Google Shape;170;p21"/>
            <p:cNvSpPr/>
            <p:nvPr/>
          </p:nvSpPr>
          <p:spPr>
            <a:xfrm>
              <a:off x="5036819" y="2500883"/>
              <a:ext cx="1405255" cy="1382395"/>
            </a:xfrm>
            <a:custGeom>
              <a:rect b="b" l="l" r="r" t="t"/>
              <a:pathLst>
                <a:path extrusionOk="0" h="1382395" w="1405254">
                  <a:moveTo>
                    <a:pt x="702564" y="0"/>
                  </a:moveTo>
                  <a:lnTo>
                    <a:pt x="654462" y="1594"/>
                  </a:lnTo>
                  <a:lnTo>
                    <a:pt x="607231" y="6309"/>
                  </a:lnTo>
                  <a:lnTo>
                    <a:pt x="560974" y="14041"/>
                  </a:lnTo>
                  <a:lnTo>
                    <a:pt x="515796" y="24688"/>
                  </a:lnTo>
                  <a:lnTo>
                    <a:pt x="471802" y="38146"/>
                  </a:lnTo>
                  <a:lnTo>
                    <a:pt x="429096" y="54313"/>
                  </a:lnTo>
                  <a:lnTo>
                    <a:pt x="387783" y="73085"/>
                  </a:lnTo>
                  <a:lnTo>
                    <a:pt x="347968" y="94361"/>
                  </a:lnTo>
                  <a:lnTo>
                    <a:pt x="309755" y="118035"/>
                  </a:lnTo>
                  <a:lnTo>
                    <a:pt x="273250" y="144007"/>
                  </a:lnTo>
                  <a:lnTo>
                    <a:pt x="238556" y="172173"/>
                  </a:lnTo>
                  <a:lnTo>
                    <a:pt x="205778" y="202430"/>
                  </a:lnTo>
                  <a:lnTo>
                    <a:pt x="175021" y="234674"/>
                  </a:lnTo>
                  <a:lnTo>
                    <a:pt x="146389" y="268804"/>
                  </a:lnTo>
                  <a:lnTo>
                    <a:pt x="119988" y="304716"/>
                  </a:lnTo>
                  <a:lnTo>
                    <a:pt x="95921" y="342307"/>
                  </a:lnTo>
                  <a:lnTo>
                    <a:pt x="74294" y="381474"/>
                  </a:lnTo>
                  <a:lnTo>
                    <a:pt x="55211" y="422115"/>
                  </a:lnTo>
                  <a:lnTo>
                    <a:pt x="38777" y="464126"/>
                  </a:lnTo>
                  <a:lnTo>
                    <a:pt x="25096" y="507404"/>
                  </a:lnTo>
                  <a:lnTo>
                    <a:pt x="14273" y="551847"/>
                  </a:lnTo>
                  <a:lnTo>
                    <a:pt x="6413" y="597352"/>
                  </a:lnTo>
                  <a:lnTo>
                    <a:pt x="1620" y="643815"/>
                  </a:lnTo>
                  <a:lnTo>
                    <a:pt x="0" y="691134"/>
                  </a:lnTo>
                  <a:lnTo>
                    <a:pt x="1620" y="738452"/>
                  </a:lnTo>
                  <a:lnTo>
                    <a:pt x="6413" y="784915"/>
                  </a:lnTo>
                  <a:lnTo>
                    <a:pt x="14273" y="830420"/>
                  </a:lnTo>
                  <a:lnTo>
                    <a:pt x="25096" y="874863"/>
                  </a:lnTo>
                  <a:lnTo>
                    <a:pt x="38777" y="918141"/>
                  </a:lnTo>
                  <a:lnTo>
                    <a:pt x="55211" y="960152"/>
                  </a:lnTo>
                  <a:lnTo>
                    <a:pt x="74294" y="1000793"/>
                  </a:lnTo>
                  <a:lnTo>
                    <a:pt x="95921" y="1039960"/>
                  </a:lnTo>
                  <a:lnTo>
                    <a:pt x="119988" y="1077551"/>
                  </a:lnTo>
                  <a:lnTo>
                    <a:pt x="146389" y="1113463"/>
                  </a:lnTo>
                  <a:lnTo>
                    <a:pt x="175021" y="1147593"/>
                  </a:lnTo>
                  <a:lnTo>
                    <a:pt x="205778" y="1179837"/>
                  </a:lnTo>
                  <a:lnTo>
                    <a:pt x="238556" y="1210094"/>
                  </a:lnTo>
                  <a:lnTo>
                    <a:pt x="273250" y="1238260"/>
                  </a:lnTo>
                  <a:lnTo>
                    <a:pt x="309755" y="1264232"/>
                  </a:lnTo>
                  <a:lnTo>
                    <a:pt x="347968" y="1287907"/>
                  </a:lnTo>
                  <a:lnTo>
                    <a:pt x="387783" y="1309182"/>
                  </a:lnTo>
                  <a:lnTo>
                    <a:pt x="429096" y="1327954"/>
                  </a:lnTo>
                  <a:lnTo>
                    <a:pt x="471802" y="1344121"/>
                  </a:lnTo>
                  <a:lnTo>
                    <a:pt x="515796" y="1357579"/>
                  </a:lnTo>
                  <a:lnTo>
                    <a:pt x="560974" y="1368226"/>
                  </a:lnTo>
                  <a:lnTo>
                    <a:pt x="607231" y="1375958"/>
                  </a:lnTo>
                  <a:lnTo>
                    <a:pt x="654462" y="1380673"/>
                  </a:lnTo>
                  <a:lnTo>
                    <a:pt x="702564" y="1382268"/>
                  </a:lnTo>
                  <a:lnTo>
                    <a:pt x="750665" y="1380673"/>
                  </a:lnTo>
                  <a:lnTo>
                    <a:pt x="797896" y="1375958"/>
                  </a:lnTo>
                  <a:lnTo>
                    <a:pt x="844153" y="1368226"/>
                  </a:lnTo>
                  <a:lnTo>
                    <a:pt x="889331" y="1357579"/>
                  </a:lnTo>
                  <a:lnTo>
                    <a:pt x="933325" y="1344121"/>
                  </a:lnTo>
                  <a:lnTo>
                    <a:pt x="976031" y="1327954"/>
                  </a:lnTo>
                  <a:lnTo>
                    <a:pt x="1017344" y="1309182"/>
                  </a:lnTo>
                  <a:lnTo>
                    <a:pt x="1057159" y="1287907"/>
                  </a:lnTo>
                  <a:lnTo>
                    <a:pt x="1095372" y="1264232"/>
                  </a:lnTo>
                  <a:lnTo>
                    <a:pt x="1131877" y="1238260"/>
                  </a:lnTo>
                  <a:lnTo>
                    <a:pt x="1166571" y="1210094"/>
                  </a:lnTo>
                  <a:lnTo>
                    <a:pt x="1199349" y="1179837"/>
                  </a:lnTo>
                  <a:lnTo>
                    <a:pt x="1230106" y="1147593"/>
                  </a:lnTo>
                  <a:lnTo>
                    <a:pt x="1258738" y="1113463"/>
                  </a:lnTo>
                  <a:lnTo>
                    <a:pt x="1285139" y="1077551"/>
                  </a:lnTo>
                  <a:lnTo>
                    <a:pt x="1309206" y="1039960"/>
                  </a:lnTo>
                  <a:lnTo>
                    <a:pt x="1330833" y="1000793"/>
                  </a:lnTo>
                  <a:lnTo>
                    <a:pt x="1349916" y="960152"/>
                  </a:lnTo>
                  <a:lnTo>
                    <a:pt x="1366350" y="918141"/>
                  </a:lnTo>
                  <a:lnTo>
                    <a:pt x="1380031" y="874863"/>
                  </a:lnTo>
                  <a:lnTo>
                    <a:pt x="1390854" y="830420"/>
                  </a:lnTo>
                  <a:lnTo>
                    <a:pt x="1398714" y="784915"/>
                  </a:lnTo>
                  <a:lnTo>
                    <a:pt x="1403507" y="738452"/>
                  </a:lnTo>
                  <a:lnTo>
                    <a:pt x="1405128" y="691134"/>
                  </a:lnTo>
                  <a:lnTo>
                    <a:pt x="1403507" y="643815"/>
                  </a:lnTo>
                  <a:lnTo>
                    <a:pt x="1398714" y="597352"/>
                  </a:lnTo>
                  <a:lnTo>
                    <a:pt x="1390854" y="551847"/>
                  </a:lnTo>
                  <a:lnTo>
                    <a:pt x="1380031" y="507404"/>
                  </a:lnTo>
                  <a:lnTo>
                    <a:pt x="1366350" y="464126"/>
                  </a:lnTo>
                  <a:lnTo>
                    <a:pt x="1349916" y="422115"/>
                  </a:lnTo>
                  <a:lnTo>
                    <a:pt x="1330833" y="381474"/>
                  </a:lnTo>
                  <a:lnTo>
                    <a:pt x="1309206" y="342307"/>
                  </a:lnTo>
                  <a:lnTo>
                    <a:pt x="1285139" y="304716"/>
                  </a:lnTo>
                  <a:lnTo>
                    <a:pt x="1258738" y="268804"/>
                  </a:lnTo>
                  <a:lnTo>
                    <a:pt x="1230106" y="234674"/>
                  </a:lnTo>
                  <a:lnTo>
                    <a:pt x="1199349" y="202430"/>
                  </a:lnTo>
                  <a:lnTo>
                    <a:pt x="1166571" y="172173"/>
                  </a:lnTo>
                  <a:lnTo>
                    <a:pt x="1131877" y="144007"/>
                  </a:lnTo>
                  <a:lnTo>
                    <a:pt x="1095372" y="118035"/>
                  </a:lnTo>
                  <a:lnTo>
                    <a:pt x="1057159" y="94361"/>
                  </a:lnTo>
                  <a:lnTo>
                    <a:pt x="1017344" y="73085"/>
                  </a:lnTo>
                  <a:lnTo>
                    <a:pt x="976031" y="54313"/>
                  </a:lnTo>
                  <a:lnTo>
                    <a:pt x="933325" y="38146"/>
                  </a:lnTo>
                  <a:lnTo>
                    <a:pt x="889331" y="24688"/>
                  </a:lnTo>
                  <a:lnTo>
                    <a:pt x="844153" y="14041"/>
                  </a:lnTo>
                  <a:lnTo>
                    <a:pt x="797896" y="6309"/>
                  </a:lnTo>
                  <a:lnTo>
                    <a:pt x="750665" y="1594"/>
                  </a:lnTo>
                  <a:lnTo>
                    <a:pt x="702564"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1" name="Google Shape;171;p21"/>
            <p:cNvSpPr/>
            <p:nvPr/>
          </p:nvSpPr>
          <p:spPr>
            <a:xfrm>
              <a:off x="5036819" y="2500883"/>
              <a:ext cx="1405255" cy="1382395"/>
            </a:xfrm>
            <a:custGeom>
              <a:rect b="b" l="l" r="r" t="t"/>
              <a:pathLst>
                <a:path extrusionOk="0" h="1382395" w="1405254">
                  <a:moveTo>
                    <a:pt x="0" y="691134"/>
                  </a:moveTo>
                  <a:lnTo>
                    <a:pt x="1620" y="643815"/>
                  </a:lnTo>
                  <a:lnTo>
                    <a:pt x="6413" y="597352"/>
                  </a:lnTo>
                  <a:lnTo>
                    <a:pt x="14273" y="551847"/>
                  </a:lnTo>
                  <a:lnTo>
                    <a:pt x="25096" y="507404"/>
                  </a:lnTo>
                  <a:lnTo>
                    <a:pt x="38777" y="464126"/>
                  </a:lnTo>
                  <a:lnTo>
                    <a:pt x="55211" y="422115"/>
                  </a:lnTo>
                  <a:lnTo>
                    <a:pt x="74294" y="381474"/>
                  </a:lnTo>
                  <a:lnTo>
                    <a:pt x="95921" y="342307"/>
                  </a:lnTo>
                  <a:lnTo>
                    <a:pt x="119988" y="304716"/>
                  </a:lnTo>
                  <a:lnTo>
                    <a:pt x="146389" y="268804"/>
                  </a:lnTo>
                  <a:lnTo>
                    <a:pt x="175021" y="234674"/>
                  </a:lnTo>
                  <a:lnTo>
                    <a:pt x="205778" y="202430"/>
                  </a:lnTo>
                  <a:lnTo>
                    <a:pt x="238556" y="172173"/>
                  </a:lnTo>
                  <a:lnTo>
                    <a:pt x="273250" y="144007"/>
                  </a:lnTo>
                  <a:lnTo>
                    <a:pt x="309755" y="118035"/>
                  </a:lnTo>
                  <a:lnTo>
                    <a:pt x="347968" y="94361"/>
                  </a:lnTo>
                  <a:lnTo>
                    <a:pt x="387783" y="73085"/>
                  </a:lnTo>
                  <a:lnTo>
                    <a:pt x="429096" y="54313"/>
                  </a:lnTo>
                  <a:lnTo>
                    <a:pt x="471802" y="38146"/>
                  </a:lnTo>
                  <a:lnTo>
                    <a:pt x="515796" y="24688"/>
                  </a:lnTo>
                  <a:lnTo>
                    <a:pt x="560974" y="14041"/>
                  </a:lnTo>
                  <a:lnTo>
                    <a:pt x="607231" y="6309"/>
                  </a:lnTo>
                  <a:lnTo>
                    <a:pt x="654462" y="1594"/>
                  </a:lnTo>
                  <a:lnTo>
                    <a:pt x="702564" y="0"/>
                  </a:lnTo>
                  <a:lnTo>
                    <a:pt x="750665" y="1594"/>
                  </a:lnTo>
                  <a:lnTo>
                    <a:pt x="797896" y="6309"/>
                  </a:lnTo>
                  <a:lnTo>
                    <a:pt x="844153" y="14041"/>
                  </a:lnTo>
                  <a:lnTo>
                    <a:pt x="889331" y="24688"/>
                  </a:lnTo>
                  <a:lnTo>
                    <a:pt x="933325" y="38146"/>
                  </a:lnTo>
                  <a:lnTo>
                    <a:pt x="976031" y="54313"/>
                  </a:lnTo>
                  <a:lnTo>
                    <a:pt x="1017344" y="73085"/>
                  </a:lnTo>
                  <a:lnTo>
                    <a:pt x="1057159" y="94361"/>
                  </a:lnTo>
                  <a:lnTo>
                    <a:pt x="1095372" y="118035"/>
                  </a:lnTo>
                  <a:lnTo>
                    <a:pt x="1131877" y="144007"/>
                  </a:lnTo>
                  <a:lnTo>
                    <a:pt x="1166571" y="172173"/>
                  </a:lnTo>
                  <a:lnTo>
                    <a:pt x="1199349" y="202430"/>
                  </a:lnTo>
                  <a:lnTo>
                    <a:pt x="1230106" y="234674"/>
                  </a:lnTo>
                  <a:lnTo>
                    <a:pt x="1258738" y="268804"/>
                  </a:lnTo>
                  <a:lnTo>
                    <a:pt x="1285139" y="304716"/>
                  </a:lnTo>
                  <a:lnTo>
                    <a:pt x="1309206" y="342307"/>
                  </a:lnTo>
                  <a:lnTo>
                    <a:pt x="1330833" y="381474"/>
                  </a:lnTo>
                  <a:lnTo>
                    <a:pt x="1349916" y="422115"/>
                  </a:lnTo>
                  <a:lnTo>
                    <a:pt x="1366350" y="464126"/>
                  </a:lnTo>
                  <a:lnTo>
                    <a:pt x="1380031" y="507404"/>
                  </a:lnTo>
                  <a:lnTo>
                    <a:pt x="1390854" y="551847"/>
                  </a:lnTo>
                  <a:lnTo>
                    <a:pt x="1398714" y="597352"/>
                  </a:lnTo>
                  <a:lnTo>
                    <a:pt x="1403507" y="643815"/>
                  </a:lnTo>
                  <a:lnTo>
                    <a:pt x="1405128" y="691134"/>
                  </a:lnTo>
                  <a:lnTo>
                    <a:pt x="1403507" y="738452"/>
                  </a:lnTo>
                  <a:lnTo>
                    <a:pt x="1398714" y="784915"/>
                  </a:lnTo>
                  <a:lnTo>
                    <a:pt x="1390854" y="830420"/>
                  </a:lnTo>
                  <a:lnTo>
                    <a:pt x="1380031" y="874863"/>
                  </a:lnTo>
                  <a:lnTo>
                    <a:pt x="1366350" y="918141"/>
                  </a:lnTo>
                  <a:lnTo>
                    <a:pt x="1349916" y="960152"/>
                  </a:lnTo>
                  <a:lnTo>
                    <a:pt x="1330833" y="1000793"/>
                  </a:lnTo>
                  <a:lnTo>
                    <a:pt x="1309206" y="1039960"/>
                  </a:lnTo>
                  <a:lnTo>
                    <a:pt x="1285139" y="1077551"/>
                  </a:lnTo>
                  <a:lnTo>
                    <a:pt x="1258738" y="1113463"/>
                  </a:lnTo>
                  <a:lnTo>
                    <a:pt x="1230106" y="1147593"/>
                  </a:lnTo>
                  <a:lnTo>
                    <a:pt x="1199349" y="1179837"/>
                  </a:lnTo>
                  <a:lnTo>
                    <a:pt x="1166571" y="1210094"/>
                  </a:lnTo>
                  <a:lnTo>
                    <a:pt x="1131877" y="1238260"/>
                  </a:lnTo>
                  <a:lnTo>
                    <a:pt x="1095372" y="1264232"/>
                  </a:lnTo>
                  <a:lnTo>
                    <a:pt x="1057159" y="1287907"/>
                  </a:lnTo>
                  <a:lnTo>
                    <a:pt x="1017344" y="1309182"/>
                  </a:lnTo>
                  <a:lnTo>
                    <a:pt x="976031" y="1327954"/>
                  </a:lnTo>
                  <a:lnTo>
                    <a:pt x="933325" y="1344121"/>
                  </a:lnTo>
                  <a:lnTo>
                    <a:pt x="889331" y="1357579"/>
                  </a:lnTo>
                  <a:lnTo>
                    <a:pt x="844153" y="1368226"/>
                  </a:lnTo>
                  <a:lnTo>
                    <a:pt x="797896" y="1375958"/>
                  </a:lnTo>
                  <a:lnTo>
                    <a:pt x="750665" y="1380673"/>
                  </a:lnTo>
                  <a:lnTo>
                    <a:pt x="702564" y="1382268"/>
                  </a:lnTo>
                  <a:lnTo>
                    <a:pt x="654462" y="1380673"/>
                  </a:lnTo>
                  <a:lnTo>
                    <a:pt x="607231" y="1375958"/>
                  </a:lnTo>
                  <a:lnTo>
                    <a:pt x="560974" y="1368226"/>
                  </a:lnTo>
                  <a:lnTo>
                    <a:pt x="515796" y="1357579"/>
                  </a:lnTo>
                  <a:lnTo>
                    <a:pt x="471802" y="1344121"/>
                  </a:lnTo>
                  <a:lnTo>
                    <a:pt x="429096" y="1327954"/>
                  </a:lnTo>
                  <a:lnTo>
                    <a:pt x="387783" y="1309182"/>
                  </a:lnTo>
                  <a:lnTo>
                    <a:pt x="347968" y="1287907"/>
                  </a:lnTo>
                  <a:lnTo>
                    <a:pt x="309755" y="1264232"/>
                  </a:lnTo>
                  <a:lnTo>
                    <a:pt x="273250" y="1238260"/>
                  </a:lnTo>
                  <a:lnTo>
                    <a:pt x="238556" y="1210094"/>
                  </a:lnTo>
                  <a:lnTo>
                    <a:pt x="205778" y="1179837"/>
                  </a:lnTo>
                  <a:lnTo>
                    <a:pt x="175021" y="1147593"/>
                  </a:lnTo>
                  <a:lnTo>
                    <a:pt x="146389" y="1113463"/>
                  </a:lnTo>
                  <a:lnTo>
                    <a:pt x="119988" y="1077551"/>
                  </a:lnTo>
                  <a:lnTo>
                    <a:pt x="95921" y="1039960"/>
                  </a:lnTo>
                  <a:lnTo>
                    <a:pt x="74294" y="1000793"/>
                  </a:lnTo>
                  <a:lnTo>
                    <a:pt x="55211" y="960152"/>
                  </a:lnTo>
                  <a:lnTo>
                    <a:pt x="38777" y="918141"/>
                  </a:lnTo>
                  <a:lnTo>
                    <a:pt x="25096" y="874863"/>
                  </a:lnTo>
                  <a:lnTo>
                    <a:pt x="14273" y="830420"/>
                  </a:lnTo>
                  <a:lnTo>
                    <a:pt x="6413" y="784915"/>
                  </a:lnTo>
                  <a:lnTo>
                    <a:pt x="1620" y="738452"/>
                  </a:lnTo>
                  <a:lnTo>
                    <a:pt x="0" y="691134"/>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72" name="Google Shape;172;p21"/>
          <p:cNvSpPr txBox="1"/>
          <p:nvPr/>
        </p:nvSpPr>
        <p:spPr>
          <a:xfrm>
            <a:off x="3967493" y="2337343"/>
            <a:ext cx="172720"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4E3629"/>
                </a:solidFill>
                <a:latin typeface="Calibri"/>
                <a:ea typeface="Calibri"/>
                <a:cs typeface="Calibri"/>
                <a:sym typeface="Calibri"/>
              </a:rPr>
              <a:t>A</a:t>
            </a:r>
            <a:endParaRPr sz="2000">
              <a:latin typeface="Calibri"/>
              <a:ea typeface="Calibri"/>
              <a:cs typeface="Calibri"/>
              <a:sym typeface="Calibri"/>
            </a:endParaRPr>
          </a:p>
        </p:txBody>
      </p:sp>
      <p:sp>
        <p:nvSpPr>
          <p:cNvPr id="173" name="Google Shape;173;p21"/>
          <p:cNvSpPr txBox="1"/>
          <p:nvPr/>
        </p:nvSpPr>
        <p:spPr>
          <a:xfrm>
            <a:off x="6173060" y="2356686"/>
            <a:ext cx="16446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4E3629"/>
                </a:solidFill>
                <a:latin typeface="Calibri"/>
                <a:ea typeface="Calibri"/>
                <a:cs typeface="Calibri"/>
                <a:sym typeface="Calibri"/>
              </a:rPr>
              <a:t>B</a:t>
            </a:r>
            <a:endParaRPr sz="2000">
              <a:latin typeface="Calibri"/>
              <a:ea typeface="Calibri"/>
              <a:cs typeface="Calibri"/>
              <a:sym typeface="Calibri"/>
            </a:endParaRPr>
          </a:p>
        </p:txBody>
      </p:sp>
      <p:grpSp>
        <p:nvGrpSpPr>
          <p:cNvPr id="174" name="Google Shape;174;p21"/>
          <p:cNvGrpSpPr/>
          <p:nvPr/>
        </p:nvGrpSpPr>
        <p:grpSpPr>
          <a:xfrm>
            <a:off x="5036816" y="2683764"/>
            <a:ext cx="420370" cy="1003935"/>
            <a:chOff x="5036816" y="2683764"/>
            <a:chExt cx="420370" cy="1003935"/>
          </a:xfrm>
        </p:grpSpPr>
        <p:sp>
          <p:nvSpPr>
            <p:cNvPr id="175" name="Google Shape;175;p21"/>
            <p:cNvSpPr/>
            <p:nvPr/>
          </p:nvSpPr>
          <p:spPr>
            <a:xfrm>
              <a:off x="5036816" y="2683764"/>
              <a:ext cx="420370" cy="1003935"/>
            </a:xfrm>
            <a:custGeom>
              <a:rect b="b" l="l" r="r" t="t"/>
              <a:pathLst>
                <a:path extrusionOk="0" h="1003935" w="420370">
                  <a:moveTo>
                    <a:pt x="209918" y="0"/>
                  </a:moveTo>
                  <a:lnTo>
                    <a:pt x="199580" y="10452"/>
                  </a:lnTo>
                  <a:lnTo>
                    <a:pt x="186855" y="21653"/>
                  </a:lnTo>
                  <a:lnTo>
                    <a:pt x="175729" y="32854"/>
                  </a:lnTo>
                  <a:lnTo>
                    <a:pt x="143128" y="71678"/>
                  </a:lnTo>
                  <a:lnTo>
                    <a:pt x="113703" y="112001"/>
                  </a:lnTo>
                  <a:lnTo>
                    <a:pt x="87464" y="156806"/>
                  </a:lnTo>
                  <a:lnTo>
                    <a:pt x="79514" y="170992"/>
                  </a:lnTo>
                  <a:lnTo>
                    <a:pt x="72364" y="185928"/>
                  </a:lnTo>
                  <a:lnTo>
                    <a:pt x="64414" y="200863"/>
                  </a:lnTo>
                  <a:lnTo>
                    <a:pt x="56464" y="218033"/>
                  </a:lnTo>
                  <a:lnTo>
                    <a:pt x="50888" y="234467"/>
                  </a:lnTo>
                  <a:lnTo>
                    <a:pt x="44526" y="250151"/>
                  </a:lnTo>
                  <a:lnTo>
                    <a:pt x="33400" y="285242"/>
                  </a:lnTo>
                  <a:lnTo>
                    <a:pt x="28625" y="300926"/>
                  </a:lnTo>
                  <a:lnTo>
                    <a:pt x="23863" y="318096"/>
                  </a:lnTo>
                  <a:lnTo>
                    <a:pt x="18287" y="336016"/>
                  </a:lnTo>
                  <a:lnTo>
                    <a:pt x="15112" y="353936"/>
                  </a:lnTo>
                  <a:lnTo>
                    <a:pt x="11137" y="371856"/>
                  </a:lnTo>
                  <a:lnTo>
                    <a:pt x="7950" y="389775"/>
                  </a:lnTo>
                  <a:lnTo>
                    <a:pt x="3187" y="426364"/>
                  </a:lnTo>
                  <a:lnTo>
                    <a:pt x="1600" y="444284"/>
                  </a:lnTo>
                  <a:lnTo>
                    <a:pt x="0" y="483870"/>
                  </a:lnTo>
                  <a:lnTo>
                    <a:pt x="0" y="518960"/>
                  </a:lnTo>
                  <a:lnTo>
                    <a:pt x="1600" y="558533"/>
                  </a:lnTo>
                  <a:lnTo>
                    <a:pt x="7950" y="613041"/>
                  </a:lnTo>
                  <a:lnTo>
                    <a:pt x="15112" y="648881"/>
                  </a:lnTo>
                  <a:lnTo>
                    <a:pt x="18287" y="666800"/>
                  </a:lnTo>
                  <a:lnTo>
                    <a:pt x="23863" y="684720"/>
                  </a:lnTo>
                  <a:lnTo>
                    <a:pt x="27038" y="701903"/>
                  </a:lnTo>
                  <a:lnTo>
                    <a:pt x="33400" y="717588"/>
                  </a:lnTo>
                  <a:lnTo>
                    <a:pt x="37376" y="734758"/>
                  </a:lnTo>
                  <a:lnTo>
                    <a:pt x="43738" y="752678"/>
                  </a:lnTo>
                  <a:lnTo>
                    <a:pt x="50888" y="768362"/>
                  </a:lnTo>
                  <a:lnTo>
                    <a:pt x="56464" y="784783"/>
                  </a:lnTo>
                  <a:lnTo>
                    <a:pt x="64414" y="800468"/>
                  </a:lnTo>
                  <a:lnTo>
                    <a:pt x="70764" y="815403"/>
                  </a:lnTo>
                  <a:lnTo>
                    <a:pt x="79514" y="831824"/>
                  </a:lnTo>
                  <a:lnTo>
                    <a:pt x="87464" y="846010"/>
                  </a:lnTo>
                  <a:lnTo>
                    <a:pt x="94627" y="860945"/>
                  </a:lnTo>
                  <a:lnTo>
                    <a:pt x="104165" y="876630"/>
                  </a:lnTo>
                  <a:lnTo>
                    <a:pt x="113703" y="889317"/>
                  </a:lnTo>
                  <a:lnTo>
                    <a:pt x="123253" y="903516"/>
                  </a:lnTo>
                  <a:lnTo>
                    <a:pt x="132791" y="916952"/>
                  </a:lnTo>
                  <a:lnTo>
                    <a:pt x="142328" y="931138"/>
                  </a:lnTo>
                  <a:lnTo>
                    <a:pt x="153466" y="943089"/>
                  </a:lnTo>
                  <a:lnTo>
                    <a:pt x="174142" y="968476"/>
                  </a:lnTo>
                  <a:lnTo>
                    <a:pt x="185267" y="981163"/>
                  </a:lnTo>
                  <a:lnTo>
                    <a:pt x="209118" y="1003566"/>
                  </a:lnTo>
                  <a:lnTo>
                    <a:pt x="232981" y="981163"/>
                  </a:lnTo>
                  <a:lnTo>
                    <a:pt x="243319" y="968476"/>
                  </a:lnTo>
                  <a:lnTo>
                    <a:pt x="255244" y="955776"/>
                  </a:lnTo>
                  <a:lnTo>
                    <a:pt x="265582" y="943089"/>
                  </a:lnTo>
                  <a:lnTo>
                    <a:pt x="275920" y="931138"/>
                  </a:lnTo>
                  <a:lnTo>
                    <a:pt x="295795" y="903516"/>
                  </a:lnTo>
                  <a:lnTo>
                    <a:pt x="314871" y="875131"/>
                  </a:lnTo>
                  <a:lnTo>
                    <a:pt x="323621" y="860945"/>
                  </a:lnTo>
                  <a:lnTo>
                    <a:pt x="339521" y="831075"/>
                  </a:lnTo>
                  <a:lnTo>
                    <a:pt x="348272" y="815403"/>
                  </a:lnTo>
                  <a:lnTo>
                    <a:pt x="354634" y="800468"/>
                  </a:lnTo>
                  <a:lnTo>
                    <a:pt x="362584" y="784783"/>
                  </a:lnTo>
                  <a:lnTo>
                    <a:pt x="368147" y="768362"/>
                  </a:lnTo>
                  <a:lnTo>
                    <a:pt x="387235" y="717588"/>
                  </a:lnTo>
                  <a:lnTo>
                    <a:pt x="400748" y="666800"/>
                  </a:lnTo>
                  <a:lnTo>
                    <a:pt x="405523" y="648881"/>
                  </a:lnTo>
                  <a:lnTo>
                    <a:pt x="408698" y="630961"/>
                  </a:lnTo>
                  <a:lnTo>
                    <a:pt x="415861" y="574967"/>
                  </a:lnTo>
                  <a:lnTo>
                    <a:pt x="417448" y="557034"/>
                  </a:lnTo>
                  <a:lnTo>
                    <a:pt x="418236" y="539115"/>
                  </a:lnTo>
                  <a:lnTo>
                    <a:pt x="419836" y="518960"/>
                  </a:lnTo>
                  <a:lnTo>
                    <a:pt x="419836" y="481622"/>
                  </a:lnTo>
                  <a:lnTo>
                    <a:pt x="418236" y="462203"/>
                  </a:lnTo>
                  <a:lnTo>
                    <a:pt x="417448" y="444284"/>
                  </a:lnTo>
                  <a:lnTo>
                    <a:pt x="415861" y="426364"/>
                  </a:lnTo>
                  <a:lnTo>
                    <a:pt x="408698" y="370370"/>
                  </a:lnTo>
                  <a:lnTo>
                    <a:pt x="405523" y="352437"/>
                  </a:lnTo>
                  <a:lnTo>
                    <a:pt x="400748" y="334518"/>
                  </a:lnTo>
                  <a:lnTo>
                    <a:pt x="391998" y="299427"/>
                  </a:lnTo>
                  <a:lnTo>
                    <a:pt x="387235" y="283006"/>
                  </a:lnTo>
                  <a:lnTo>
                    <a:pt x="381660" y="266573"/>
                  </a:lnTo>
                  <a:lnTo>
                    <a:pt x="375310" y="250151"/>
                  </a:lnTo>
                  <a:lnTo>
                    <a:pt x="369735" y="232968"/>
                  </a:lnTo>
                  <a:lnTo>
                    <a:pt x="356222" y="200863"/>
                  </a:lnTo>
                  <a:lnTo>
                    <a:pt x="348272" y="185928"/>
                  </a:lnTo>
                  <a:lnTo>
                    <a:pt x="341109" y="170992"/>
                  </a:lnTo>
                  <a:lnTo>
                    <a:pt x="332371" y="155308"/>
                  </a:lnTo>
                  <a:lnTo>
                    <a:pt x="324421" y="141871"/>
                  </a:lnTo>
                  <a:lnTo>
                    <a:pt x="306133" y="112001"/>
                  </a:lnTo>
                  <a:lnTo>
                    <a:pt x="296583" y="98564"/>
                  </a:lnTo>
                  <a:lnTo>
                    <a:pt x="287845" y="84378"/>
                  </a:lnTo>
                  <a:lnTo>
                    <a:pt x="276707" y="71678"/>
                  </a:lnTo>
                  <a:lnTo>
                    <a:pt x="267169" y="57492"/>
                  </a:lnTo>
                  <a:lnTo>
                    <a:pt x="256031" y="45554"/>
                  </a:lnTo>
                  <a:lnTo>
                    <a:pt x="245694" y="32854"/>
                  </a:lnTo>
                  <a:lnTo>
                    <a:pt x="221843" y="10452"/>
                  </a:lnTo>
                  <a:lnTo>
                    <a:pt x="209918"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76" name="Google Shape;176;p21"/>
            <p:cNvSpPr/>
            <p:nvPr/>
          </p:nvSpPr>
          <p:spPr>
            <a:xfrm>
              <a:off x="5036816" y="2683764"/>
              <a:ext cx="420370" cy="1003935"/>
            </a:xfrm>
            <a:custGeom>
              <a:rect b="b" l="l" r="r" t="t"/>
              <a:pathLst>
                <a:path extrusionOk="0" h="1003935" w="420370">
                  <a:moveTo>
                    <a:pt x="209918" y="0"/>
                  </a:moveTo>
                  <a:lnTo>
                    <a:pt x="221843" y="10452"/>
                  </a:lnTo>
                  <a:lnTo>
                    <a:pt x="233768" y="21653"/>
                  </a:lnTo>
                  <a:lnTo>
                    <a:pt x="245694" y="32854"/>
                  </a:lnTo>
                  <a:lnTo>
                    <a:pt x="256031" y="45554"/>
                  </a:lnTo>
                  <a:lnTo>
                    <a:pt x="267169" y="57492"/>
                  </a:lnTo>
                  <a:lnTo>
                    <a:pt x="276707" y="71678"/>
                  </a:lnTo>
                  <a:lnTo>
                    <a:pt x="287845" y="84378"/>
                  </a:lnTo>
                  <a:lnTo>
                    <a:pt x="296583" y="98564"/>
                  </a:lnTo>
                  <a:lnTo>
                    <a:pt x="306133" y="112001"/>
                  </a:lnTo>
                  <a:lnTo>
                    <a:pt x="332371" y="155308"/>
                  </a:lnTo>
                  <a:lnTo>
                    <a:pt x="348272" y="185928"/>
                  </a:lnTo>
                  <a:lnTo>
                    <a:pt x="356222" y="200863"/>
                  </a:lnTo>
                  <a:lnTo>
                    <a:pt x="363372" y="218033"/>
                  </a:lnTo>
                  <a:lnTo>
                    <a:pt x="369735" y="232968"/>
                  </a:lnTo>
                  <a:lnTo>
                    <a:pt x="375310" y="250151"/>
                  </a:lnTo>
                  <a:lnTo>
                    <a:pt x="391998" y="299427"/>
                  </a:lnTo>
                  <a:lnTo>
                    <a:pt x="400748" y="334518"/>
                  </a:lnTo>
                  <a:lnTo>
                    <a:pt x="405523" y="352437"/>
                  </a:lnTo>
                  <a:lnTo>
                    <a:pt x="408698" y="370370"/>
                  </a:lnTo>
                  <a:lnTo>
                    <a:pt x="411086" y="389026"/>
                  </a:lnTo>
                  <a:lnTo>
                    <a:pt x="413473" y="406958"/>
                  </a:lnTo>
                  <a:lnTo>
                    <a:pt x="415861" y="426364"/>
                  </a:lnTo>
                  <a:lnTo>
                    <a:pt x="417448" y="444284"/>
                  </a:lnTo>
                  <a:lnTo>
                    <a:pt x="418236" y="462203"/>
                  </a:lnTo>
                  <a:lnTo>
                    <a:pt x="419836" y="481622"/>
                  </a:lnTo>
                  <a:lnTo>
                    <a:pt x="419836" y="501789"/>
                  </a:lnTo>
                  <a:lnTo>
                    <a:pt x="419836" y="518960"/>
                  </a:lnTo>
                  <a:lnTo>
                    <a:pt x="418236" y="539115"/>
                  </a:lnTo>
                  <a:lnTo>
                    <a:pt x="413473" y="594372"/>
                  </a:lnTo>
                  <a:lnTo>
                    <a:pt x="405523" y="648881"/>
                  </a:lnTo>
                  <a:lnTo>
                    <a:pt x="400748" y="666800"/>
                  </a:lnTo>
                  <a:lnTo>
                    <a:pt x="396773" y="683983"/>
                  </a:lnTo>
                  <a:lnTo>
                    <a:pt x="381660" y="734758"/>
                  </a:lnTo>
                  <a:lnTo>
                    <a:pt x="368147" y="768362"/>
                  </a:lnTo>
                  <a:lnTo>
                    <a:pt x="362584" y="784783"/>
                  </a:lnTo>
                  <a:lnTo>
                    <a:pt x="354634" y="800468"/>
                  </a:lnTo>
                  <a:lnTo>
                    <a:pt x="348272" y="815403"/>
                  </a:lnTo>
                  <a:lnTo>
                    <a:pt x="339521" y="831075"/>
                  </a:lnTo>
                  <a:lnTo>
                    <a:pt x="331571" y="846010"/>
                  </a:lnTo>
                  <a:lnTo>
                    <a:pt x="323621" y="860945"/>
                  </a:lnTo>
                  <a:lnTo>
                    <a:pt x="314871" y="875131"/>
                  </a:lnTo>
                  <a:lnTo>
                    <a:pt x="305333" y="889317"/>
                  </a:lnTo>
                  <a:lnTo>
                    <a:pt x="295795" y="903516"/>
                  </a:lnTo>
                  <a:lnTo>
                    <a:pt x="286245" y="916952"/>
                  </a:lnTo>
                  <a:lnTo>
                    <a:pt x="275920" y="931138"/>
                  </a:lnTo>
                  <a:lnTo>
                    <a:pt x="265582" y="943089"/>
                  </a:lnTo>
                  <a:lnTo>
                    <a:pt x="255244" y="955776"/>
                  </a:lnTo>
                  <a:lnTo>
                    <a:pt x="243319" y="968476"/>
                  </a:lnTo>
                  <a:lnTo>
                    <a:pt x="232981" y="981163"/>
                  </a:lnTo>
                  <a:lnTo>
                    <a:pt x="221056" y="992365"/>
                  </a:lnTo>
                  <a:lnTo>
                    <a:pt x="209118" y="1003566"/>
                  </a:lnTo>
                  <a:lnTo>
                    <a:pt x="197192" y="992365"/>
                  </a:lnTo>
                  <a:lnTo>
                    <a:pt x="185267" y="981163"/>
                  </a:lnTo>
                  <a:lnTo>
                    <a:pt x="174142" y="968476"/>
                  </a:lnTo>
                  <a:lnTo>
                    <a:pt x="163804" y="955776"/>
                  </a:lnTo>
                  <a:lnTo>
                    <a:pt x="153466" y="943089"/>
                  </a:lnTo>
                  <a:lnTo>
                    <a:pt x="142328" y="931138"/>
                  </a:lnTo>
                  <a:lnTo>
                    <a:pt x="132791" y="916952"/>
                  </a:lnTo>
                  <a:lnTo>
                    <a:pt x="123253" y="903516"/>
                  </a:lnTo>
                  <a:lnTo>
                    <a:pt x="113703" y="889317"/>
                  </a:lnTo>
                  <a:lnTo>
                    <a:pt x="104165" y="876630"/>
                  </a:lnTo>
                  <a:lnTo>
                    <a:pt x="94627" y="860945"/>
                  </a:lnTo>
                  <a:lnTo>
                    <a:pt x="87464" y="846010"/>
                  </a:lnTo>
                  <a:lnTo>
                    <a:pt x="79514" y="831824"/>
                  </a:lnTo>
                  <a:lnTo>
                    <a:pt x="70764" y="815403"/>
                  </a:lnTo>
                  <a:lnTo>
                    <a:pt x="64414" y="800468"/>
                  </a:lnTo>
                  <a:lnTo>
                    <a:pt x="56464" y="784783"/>
                  </a:lnTo>
                  <a:lnTo>
                    <a:pt x="50888" y="768362"/>
                  </a:lnTo>
                  <a:lnTo>
                    <a:pt x="43738" y="752678"/>
                  </a:lnTo>
                  <a:lnTo>
                    <a:pt x="37376" y="734758"/>
                  </a:lnTo>
                  <a:lnTo>
                    <a:pt x="33400" y="717588"/>
                  </a:lnTo>
                  <a:lnTo>
                    <a:pt x="27038" y="701903"/>
                  </a:lnTo>
                  <a:lnTo>
                    <a:pt x="23863" y="684720"/>
                  </a:lnTo>
                  <a:lnTo>
                    <a:pt x="18287" y="666800"/>
                  </a:lnTo>
                  <a:lnTo>
                    <a:pt x="15112" y="648881"/>
                  </a:lnTo>
                  <a:lnTo>
                    <a:pt x="11137" y="630961"/>
                  </a:lnTo>
                  <a:lnTo>
                    <a:pt x="7950" y="613041"/>
                  </a:lnTo>
                  <a:lnTo>
                    <a:pt x="5575" y="594372"/>
                  </a:lnTo>
                  <a:lnTo>
                    <a:pt x="3187" y="576453"/>
                  </a:lnTo>
                  <a:lnTo>
                    <a:pt x="1600" y="558533"/>
                  </a:lnTo>
                  <a:lnTo>
                    <a:pt x="800" y="539115"/>
                  </a:lnTo>
                  <a:lnTo>
                    <a:pt x="0" y="518960"/>
                  </a:lnTo>
                  <a:lnTo>
                    <a:pt x="0" y="501789"/>
                  </a:lnTo>
                  <a:lnTo>
                    <a:pt x="0" y="483870"/>
                  </a:lnTo>
                  <a:lnTo>
                    <a:pt x="800" y="463702"/>
                  </a:lnTo>
                  <a:lnTo>
                    <a:pt x="1600" y="444284"/>
                  </a:lnTo>
                  <a:lnTo>
                    <a:pt x="3187" y="426364"/>
                  </a:lnTo>
                  <a:lnTo>
                    <a:pt x="5575" y="408444"/>
                  </a:lnTo>
                  <a:lnTo>
                    <a:pt x="7950" y="389775"/>
                  </a:lnTo>
                  <a:lnTo>
                    <a:pt x="11137" y="371856"/>
                  </a:lnTo>
                  <a:lnTo>
                    <a:pt x="15112" y="353936"/>
                  </a:lnTo>
                  <a:lnTo>
                    <a:pt x="18287" y="336016"/>
                  </a:lnTo>
                  <a:lnTo>
                    <a:pt x="23863" y="318096"/>
                  </a:lnTo>
                  <a:lnTo>
                    <a:pt x="28625" y="300926"/>
                  </a:lnTo>
                  <a:lnTo>
                    <a:pt x="33400" y="285242"/>
                  </a:lnTo>
                  <a:lnTo>
                    <a:pt x="38963" y="268071"/>
                  </a:lnTo>
                  <a:lnTo>
                    <a:pt x="44526" y="250151"/>
                  </a:lnTo>
                  <a:lnTo>
                    <a:pt x="50888" y="234467"/>
                  </a:lnTo>
                  <a:lnTo>
                    <a:pt x="56464" y="218033"/>
                  </a:lnTo>
                  <a:lnTo>
                    <a:pt x="64414" y="200863"/>
                  </a:lnTo>
                  <a:lnTo>
                    <a:pt x="72364" y="185928"/>
                  </a:lnTo>
                  <a:lnTo>
                    <a:pt x="79514" y="170992"/>
                  </a:lnTo>
                  <a:lnTo>
                    <a:pt x="87464" y="156806"/>
                  </a:lnTo>
                  <a:lnTo>
                    <a:pt x="95415" y="141871"/>
                  </a:lnTo>
                  <a:lnTo>
                    <a:pt x="104165" y="126187"/>
                  </a:lnTo>
                  <a:lnTo>
                    <a:pt x="133591" y="84378"/>
                  </a:lnTo>
                  <a:lnTo>
                    <a:pt x="164591" y="45554"/>
                  </a:lnTo>
                  <a:lnTo>
                    <a:pt x="199580" y="10452"/>
                  </a:lnTo>
                  <a:lnTo>
                    <a:pt x="209918" y="0"/>
                  </a:lnTo>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77" name="Google Shape;177;p21"/>
          <p:cNvSpPr txBox="1"/>
          <p:nvPr/>
        </p:nvSpPr>
        <p:spPr>
          <a:xfrm>
            <a:off x="5182998" y="2884797"/>
            <a:ext cx="128270" cy="51308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4</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5</a:t>
            </a:r>
            <a:endParaRPr sz="1600">
              <a:latin typeface="Calibri"/>
              <a:ea typeface="Calibri"/>
              <a:cs typeface="Calibri"/>
              <a:sym typeface="Calibri"/>
            </a:endParaRPr>
          </a:p>
        </p:txBody>
      </p:sp>
      <p:sp>
        <p:nvSpPr>
          <p:cNvPr id="178" name="Google Shape;178;p21"/>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179" name="Google Shape;179;p2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180" name="Google Shape;180;p2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1" name="Google Shape;181;p21"/>
          <p:cNvSpPr txBox="1"/>
          <p:nvPr/>
        </p:nvSpPr>
        <p:spPr>
          <a:xfrm>
            <a:off x="393191" y="2500883"/>
            <a:ext cx="2705100" cy="138239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10277"/>
              </a:lnSpc>
              <a:spcBef>
                <a:spcPts val="0"/>
              </a:spcBef>
              <a:spcAft>
                <a:spcPts val="0"/>
              </a:spcAft>
              <a:buNone/>
            </a:pPr>
            <a:r>
              <a:rPr b="1" lang="en-US" sz="1800">
                <a:solidFill>
                  <a:srgbClr val="4E3629"/>
                </a:solidFill>
                <a:latin typeface="Courier New"/>
                <a:ea typeface="Courier New"/>
                <a:cs typeface="Courier New"/>
                <a:sym typeface="Courier New"/>
              </a:rPr>
              <a:t>SELECT a_id</a:t>
            </a:r>
            <a:endParaRPr sz="1800">
              <a:latin typeface="Courier New"/>
              <a:ea typeface="Courier New"/>
              <a:cs typeface="Courier New"/>
              <a:sym typeface="Courier New"/>
            </a:endParaRPr>
          </a:p>
          <a:p>
            <a:pPr indent="-136525" lvl="0" marL="136525" marR="133032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a  INTERSECT</a:t>
            </a:r>
            <a:endParaRPr sz="1800">
              <a:latin typeface="Courier New"/>
              <a:ea typeface="Courier New"/>
              <a:cs typeface="Courier New"/>
              <a:sym typeface="Courier New"/>
            </a:endParaRPr>
          </a:p>
          <a:p>
            <a:pPr indent="0" lvl="0" marL="0" marR="11963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b_id  FROM b;</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2"/>
          <p:cNvSpPr txBox="1"/>
          <p:nvPr>
            <p:ph type="title"/>
          </p:nvPr>
        </p:nvSpPr>
        <p:spPr>
          <a:xfrm>
            <a:off x="392112" y="748031"/>
            <a:ext cx="12204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MINUS</a:t>
            </a:r>
            <a:endParaRPr sz="3300"/>
          </a:p>
        </p:txBody>
      </p:sp>
      <p:sp>
        <p:nvSpPr>
          <p:cNvPr id="187" name="Google Shape;187;p22"/>
          <p:cNvSpPr txBox="1"/>
          <p:nvPr/>
        </p:nvSpPr>
        <p:spPr>
          <a:xfrm>
            <a:off x="483552" y="1415417"/>
            <a:ext cx="6600825" cy="836294"/>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operador MINUS devuelve todas las filas  encontradas en una tabla, pero no en la otra</a:t>
            </a:r>
            <a:endParaRPr sz="2800">
              <a:latin typeface="Calibri"/>
              <a:ea typeface="Calibri"/>
              <a:cs typeface="Calibri"/>
              <a:sym typeface="Calibri"/>
            </a:endParaRPr>
          </a:p>
        </p:txBody>
      </p:sp>
      <p:sp>
        <p:nvSpPr>
          <p:cNvPr id="188" name="Google Shape;188;p22"/>
          <p:cNvSpPr txBox="1"/>
          <p:nvPr/>
        </p:nvSpPr>
        <p:spPr>
          <a:xfrm>
            <a:off x="483552" y="3742565"/>
            <a:ext cx="6737350" cy="1322070"/>
          </a:xfrm>
          <a:prstGeom prst="rect">
            <a:avLst/>
          </a:prstGeom>
          <a:noFill/>
          <a:ln>
            <a:noFill/>
          </a:ln>
        </p:spPr>
        <p:txBody>
          <a:bodyPr anchorCtr="0" anchor="t" bIns="0" lIns="0" spcFirstLastPara="1" rIns="0" wrap="square" tIns="59675">
            <a:spAutoFit/>
          </a:bodyPr>
          <a:lstStyle/>
          <a:p>
            <a:pPr indent="-177800" lvl="0" marL="184785" marR="19748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resultado de mostrar todos los elementos  encontrados en A pero no en B es {1, 2, 3}.</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resultado de B MINUS A produciría {6, 7, 8}</a:t>
            </a:r>
            <a:endParaRPr sz="2800">
              <a:latin typeface="Calibri"/>
              <a:ea typeface="Calibri"/>
              <a:cs typeface="Calibri"/>
              <a:sym typeface="Calibri"/>
            </a:endParaRPr>
          </a:p>
        </p:txBody>
      </p:sp>
      <p:grpSp>
        <p:nvGrpSpPr>
          <p:cNvPr id="189" name="Google Shape;189;p22"/>
          <p:cNvGrpSpPr/>
          <p:nvPr/>
        </p:nvGrpSpPr>
        <p:grpSpPr>
          <a:xfrm>
            <a:off x="3995928" y="2375916"/>
            <a:ext cx="2429383" cy="1381125"/>
            <a:chOff x="3995928" y="2375916"/>
            <a:chExt cx="2429383" cy="1381125"/>
          </a:xfrm>
        </p:grpSpPr>
        <p:sp>
          <p:nvSpPr>
            <p:cNvPr id="190" name="Google Shape;190;p22"/>
            <p:cNvSpPr/>
            <p:nvPr/>
          </p:nvSpPr>
          <p:spPr>
            <a:xfrm>
              <a:off x="3995928" y="2375916"/>
              <a:ext cx="1445260" cy="1381125"/>
            </a:xfrm>
            <a:custGeom>
              <a:rect b="b" l="l" r="r" t="t"/>
              <a:pathLst>
                <a:path extrusionOk="0" h="1381125" w="1445260">
                  <a:moveTo>
                    <a:pt x="722376" y="0"/>
                  </a:moveTo>
                  <a:lnTo>
                    <a:pt x="672917" y="1592"/>
                  </a:lnTo>
                  <a:lnTo>
                    <a:pt x="624353" y="6302"/>
                  </a:lnTo>
                  <a:lnTo>
                    <a:pt x="576791" y="14026"/>
                  </a:lnTo>
                  <a:lnTo>
                    <a:pt x="530339" y="24660"/>
                  </a:lnTo>
                  <a:lnTo>
                    <a:pt x="485104" y="38104"/>
                  </a:lnTo>
                  <a:lnTo>
                    <a:pt x="441194" y="54253"/>
                  </a:lnTo>
                  <a:lnTo>
                    <a:pt x="398716" y="73004"/>
                  </a:lnTo>
                  <a:lnTo>
                    <a:pt x="357778" y="94256"/>
                  </a:lnTo>
                  <a:lnTo>
                    <a:pt x="318488" y="117905"/>
                  </a:lnTo>
                  <a:lnTo>
                    <a:pt x="280953" y="143848"/>
                  </a:lnTo>
                  <a:lnTo>
                    <a:pt x="245280" y="171983"/>
                  </a:lnTo>
                  <a:lnTo>
                    <a:pt x="211578" y="202206"/>
                  </a:lnTo>
                  <a:lnTo>
                    <a:pt x="179954" y="234415"/>
                  </a:lnTo>
                  <a:lnTo>
                    <a:pt x="150515" y="268507"/>
                  </a:lnTo>
                  <a:lnTo>
                    <a:pt x="123370" y="304379"/>
                  </a:lnTo>
                  <a:lnTo>
                    <a:pt x="98625" y="341929"/>
                  </a:lnTo>
                  <a:lnTo>
                    <a:pt x="76388" y="381053"/>
                  </a:lnTo>
                  <a:lnTo>
                    <a:pt x="56767" y="421649"/>
                  </a:lnTo>
                  <a:lnTo>
                    <a:pt x="39870" y="463613"/>
                  </a:lnTo>
                  <a:lnTo>
                    <a:pt x="25803" y="506844"/>
                  </a:lnTo>
                  <a:lnTo>
                    <a:pt x="14676" y="551238"/>
                  </a:lnTo>
                  <a:lnTo>
                    <a:pt x="6594" y="596693"/>
                  </a:lnTo>
                  <a:lnTo>
                    <a:pt x="1666" y="643105"/>
                  </a:lnTo>
                  <a:lnTo>
                    <a:pt x="0" y="690372"/>
                  </a:lnTo>
                  <a:lnTo>
                    <a:pt x="1666" y="737638"/>
                  </a:lnTo>
                  <a:lnTo>
                    <a:pt x="6594" y="784050"/>
                  </a:lnTo>
                  <a:lnTo>
                    <a:pt x="14676" y="829505"/>
                  </a:lnTo>
                  <a:lnTo>
                    <a:pt x="25803" y="873899"/>
                  </a:lnTo>
                  <a:lnTo>
                    <a:pt x="39870" y="917130"/>
                  </a:lnTo>
                  <a:lnTo>
                    <a:pt x="56767" y="959094"/>
                  </a:lnTo>
                  <a:lnTo>
                    <a:pt x="76388" y="999690"/>
                  </a:lnTo>
                  <a:lnTo>
                    <a:pt x="98625" y="1038814"/>
                  </a:lnTo>
                  <a:lnTo>
                    <a:pt x="123370" y="1076364"/>
                  </a:lnTo>
                  <a:lnTo>
                    <a:pt x="150515" y="1112236"/>
                  </a:lnTo>
                  <a:lnTo>
                    <a:pt x="179954" y="1146328"/>
                  </a:lnTo>
                  <a:lnTo>
                    <a:pt x="211578" y="1178537"/>
                  </a:lnTo>
                  <a:lnTo>
                    <a:pt x="245280" y="1208760"/>
                  </a:lnTo>
                  <a:lnTo>
                    <a:pt x="280953" y="1236895"/>
                  </a:lnTo>
                  <a:lnTo>
                    <a:pt x="318488" y="1262838"/>
                  </a:lnTo>
                  <a:lnTo>
                    <a:pt x="357778" y="1286487"/>
                  </a:lnTo>
                  <a:lnTo>
                    <a:pt x="398716" y="1307739"/>
                  </a:lnTo>
                  <a:lnTo>
                    <a:pt x="441194" y="1326490"/>
                  </a:lnTo>
                  <a:lnTo>
                    <a:pt x="485104" y="1342639"/>
                  </a:lnTo>
                  <a:lnTo>
                    <a:pt x="530339" y="1356083"/>
                  </a:lnTo>
                  <a:lnTo>
                    <a:pt x="576791" y="1366717"/>
                  </a:lnTo>
                  <a:lnTo>
                    <a:pt x="624353" y="1374441"/>
                  </a:lnTo>
                  <a:lnTo>
                    <a:pt x="672917" y="1379151"/>
                  </a:lnTo>
                  <a:lnTo>
                    <a:pt x="722376" y="1380744"/>
                  </a:lnTo>
                  <a:lnTo>
                    <a:pt x="771834" y="1379151"/>
                  </a:lnTo>
                  <a:lnTo>
                    <a:pt x="820398" y="1374441"/>
                  </a:lnTo>
                  <a:lnTo>
                    <a:pt x="867960" y="1366717"/>
                  </a:lnTo>
                  <a:lnTo>
                    <a:pt x="914412" y="1356083"/>
                  </a:lnTo>
                  <a:lnTo>
                    <a:pt x="959647" y="1342639"/>
                  </a:lnTo>
                  <a:lnTo>
                    <a:pt x="1003557" y="1326490"/>
                  </a:lnTo>
                  <a:lnTo>
                    <a:pt x="1046035" y="1307739"/>
                  </a:lnTo>
                  <a:lnTo>
                    <a:pt x="1086973" y="1286487"/>
                  </a:lnTo>
                  <a:lnTo>
                    <a:pt x="1126263" y="1262838"/>
                  </a:lnTo>
                  <a:lnTo>
                    <a:pt x="1163798" y="1236895"/>
                  </a:lnTo>
                  <a:lnTo>
                    <a:pt x="1199471" y="1208760"/>
                  </a:lnTo>
                  <a:lnTo>
                    <a:pt x="1233173" y="1178537"/>
                  </a:lnTo>
                  <a:lnTo>
                    <a:pt x="1264797" y="1146328"/>
                  </a:lnTo>
                  <a:lnTo>
                    <a:pt x="1294236" y="1112236"/>
                  </a:lnTo>
                  <a:lnTo>
                    <a:pt x="1321381" y="1076364"/>
                  </a:lnTo>
                  <a:lnTo>
                    <a:pt x="1346126" y="1038814"/>
                  </a:lnTo>
                  <a:lnTo>
                    <a:pt x="1368363" y="999690"/>
                  </a:lnTo>
                  <a:lnTo>
                    <a:pt x="1387984" y="959094"/>
                  </a:lnTo>
                  <a:lnTo>
                    <a:pt x="1404881" y="917130"/>
                  </a:lnTo>
                  <a:lnTo>
                    <a:pt x="1418948" y="873899"/>
                  </a:lnTo>
                  <a:lnTo>
                    <a:pt x="1430075" y="829505"/>
                  </a:lnTo>
                  <a:lnTo>
                    <a:pt x="1438157" y="784050"/>
                  </a:lnTo>
                  <a:lnTo>
                    <a:pt x="1443085" y="737638"/>
                  </a:lnTo>
                  <a:lnTo>
                    <a:pt x="1444752" y="690372"/>
                  </a:lnTo>
                  <a:lnTo>
                    <a:pt x="1443085" y="643105"/>
                  </a:lnTo>
                  <a:lnTo>
                    <a:pt x="1438157" y="596693"/>
                  </a:lnTo>
                  <a:lnTo>
                    <a:pt x="1430075" y="551238"/>
                  </a:lnTo>
                  <a:lnTo>
                    <a:pt x="1418948" y="506844"/>
                  </a:lnTo>
                  <a:lnTo>
                    <a:pt x="1404881" y="463613"/>
                  </a:lnTo>
                  <a:lnTo>
                    <a:pt x="1387984" y="421649"/>
                  </a:lnTo>
                  <a:lnTo>
                    <a:pt x="1368363" y="381053"/>
                  </a:lnTo>
                  <a:lnTo>
                    <a:pt x="1346126" y="341929"/>
                  </a:lnTo>
                  <a:lnTo>
                    <a:pt x="1321381" y="304379"/>
                  </a:lnTo>
                  <a:lnTo>
                    <a:pt x="1294236" y="268507"/>
                  </a:lnTo>
                  <a:lnTo>
                    <a:pt x="1264797" y="234415"/>
                  </a:lnTo>
                  <a:lnTo>
                    <a:pt x="1233173" y="202206"/>
                  </a:lnTo>
                  <a:lnTo>
                    <a:pt x="1199471" y="171983"/>
                  </a:lnTo>
                  <a:lnTo>
                    <a:pt x="1163798" y="143848"/>
                  </a:lnTo>
                  <a:lnTo>
                    <a:pt x="1126263" y="117905"/>
                  </a:lnTo>
                  <a:lnTo>
                    <a:pt x="1086973" y="94256"/>
                  </a:lnTo>
                  <a:lnTo>
                    <a:pt x="1046035" y="73004"/>
                  </a:lnTo>
                  <a:lnTo>
                    <a:pt x="1003557" y="54253"/>
                  </a:lnTo>
                  <a:lnTo>
                    <a:pt x="959647" y="38104"/>
                  </a:lnTo>
                  <a:lnTo>
                    <a:pt x="914412" y="24660"/>
                  </a:lnTo>
                  <a:lnTo>
                    <a:pt x="867960" y="14026"/>
                  </a:lnTo>
                  <a:lnTo>
                    <a:pt x="820398" y="6302"/>
                  </a:lnTo>
                  <a:lnTo>
                    <a:pt x="771834" y="1592"/>
                  </a:lnTo>
                  <a:lnTo>
                    <a:pt x="722376" y="0"/>
                  </a:lnTo>
                  <a:close/>
                </a:path>
              </a:pathLst>
            </a:custGeom>
            <a:solidFill>
              <a:srgbClr val="D1350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1" name="Google Shape;191;p22"/>
            <p:cNvSpPr/>
            <p:nvPr/>
          </p:nvSpPr>
          <p:spPr>
            <a:xfrm>
              <a:off x="3995928" y="2375916"/>
              <a:ext cx="1445260" cy="1381125"/>
            </a:xfrm>
            <a:custGeom>
              <a:rect b="b" l="l" r="r" t="t"/>
              <a:pathLst>
                <a:path extrusionOk="0" h="1381125" w="1445260">
                  <a:moveTo>
                    <a:pt x="0" y="690372"/>
                  </a:moveTo>
                  <a:lnTo>
                    <a:pt x="1666" y="643105"/>
                  </a:lnTo>
                  <a:lnTo>
                    <a:pt x="6594" y="596693"/>
                  </a:lnTo>
                  <a:lnTo>
                    <a:pt x="14676" y="551238"/>
                  </a:lnTo>
                  <a:lnTo>
                    <a:pt x="25803" y="506844"/>
                  </a:lnTo>
                  <a:lnTo>
                    <a:pt x="39870" y="463613"/>
                  </a:lnTo>
                  <a:lnTo>
                    <a:pt x="56767" y="421649"/>
                  </a:lnTo>
                  <a:lnTo>
                    <a:pt x="76388" y="381053"/>
                  </a:lnTo>
                  <a:lnTo>
                    <a:pt x="98625" y="341929"/>
                  </a:lnTo>
                  <a:lnTo>
                    <a:pt x="123370" y="304379"/>
                  </a:lnTo>
                  <a:lnTo>
                    <a:pt x="150515" y="268507"/>
                  </a:lnTo>
                  <a:lnTo>
                    <a:pt x="179954" y="234415"/>
                  </a:lnTo>
                  <a:lnTo>
                    <a:pt x="211578" y="202206"/>
                  </a:lnTo>
                  <a:lnTo>
                    <a:pt x="245280" y="171983"/>
                  </a:lnTo>
                  <a:lnTo>
                    <a:pt x="280953" y="143848"/>
                  </a:lnTo>
                  <a:lnTo>
                    <a:pt x="318488" y="117905"/>
                  </a:lnTo>
                  <a:lnTo>
                    <a:pt x="357778" y="94256"/>
                  </a:lnTo>
                  <a:lnTo>
                    <a:pt x="398716" y="73004"/>
                  </a:lnTo>
                  <a:lnTo>
                    <a:pt x="441194" y="54253"/>
                  </a:lnTo>
                  <a:lnTo>
                    <a:pt x="485104" y="38104"/>
                  </a:lnTo>
                  <a:lnTo>
                    <a:pt x="530339" y="24660"/>
                  </a:lnTo>
                  <a:lnTo>
                    <a:pt x="576791" y="14026"/>
                  </a:lnTo>
                  <a:lnTo>
                    <a:pt x="624353" y="6302"/>
                  </a:lnTo>
                  <a:lnTo>
                    <a:pt x="672917" y="1592"/>
                  </a:lnTo>
                  <a:lnTo>
                    <a:pt x="722376" y="0"/>
                  </a:lnTo>
                  <a:lnTo>
                    <a:pt x="771834" y="1592"/>
                  </a:lnTo>
                  <a:lnTo>
                    <a:pt x="820398" y="6302"/>
                  </a:lnTo>
                  <a:lnTo>
                    <a:pt x="867960" y="14026"/>
                  </a:lnTo>
                  <a:lnTo>
                    <a:pt x="914412" y="24660"/>
                  </a:lnTo>
                  <a:lnTo>
                    <a:pt x="959647" y="38104"/>
                  </a:lnTo>
                  <a:lnTo>
                    <a:pt x="1003557" y="54253"/>
                  </a:lnTo>
                  <a:lnTo>
                    <a:pt x="1046035" y="73004"/>
                  </a:lnTo>
                  <a:lnTo>
                    <a:pt x="1086973" y="94256"/>
                  </a:lnTo>
                  <a:lnTo>
                    <a:pt x="1126263" y="117905"/>
                  </a:lnTo>
                  <a:lnTo>
                    <a:pt x="1163798" y="143848"/>
                  </a:lnTo>
                  <a:lnTo>
                    <a:pt x="1199471" y="171983"/>
                  </a:lnTo>
                  <a:lnTo>
                    <a:pt x="1233173" y="202206"/>
                  </a:lnTo>
                  <a:lnTo>
                    <a:pt x="1264797" y="234415"/>
                  </a:lnTo>
                  <a:lnTo>
                    <a:pt x="1294236" y="268507"/>
                  </a:lnTo>
                  <a:lnTo>
                    <a:pt x="1321381" y="304379"/>
                  </a:lnTo>
                  <a:lnTo>
                    <a:pt x="1346126" y="341929"/>
                  </a:lnTo>
                  <a:lnTo>
                    <a:pt x="1368363" y="381053"/>
                  </a:lnTo>
                  <a:lnTo>
                    <a:pt x="1387984" y="421649"/>
                  </a:lnTo>
                  <a:lnTo>
                    <a:pt x="1404881" y="463613"/>
                  </a:lnTo>
                  <a:lnTo>
                    <a:pt x="1418948" y="506844"/>
                  </a:lnTo>
                  <a:lnTo>
                    <a:pt x="1430075" y="551238"/>
                  </a:lnTo>
                  <a:lnTo>
                    <a:pt x="1438157" y="596693"/>
                  </a:lnTo>
                  <a:lnTo>
                    <a:pt x="1443085" y="643105"/>
                  </a:lnTo>
                  <a:lnTo>
                    <a:pt x="1444752" y="690372"/>
                  </a:lnTo>
                  <a:lnTo>
                    <a:pt x="1443085" y="737638"/>
                  </a:lnTo>
                  <a:lnTo>
                    <a:pt x="1438157" y="784050"/>
                  </a:lnTo>
                  <a:lnTo>
                    <a:pt x="1430075" y="829505"/>
                  </a:lnTo>
                  <a:lnTo>
                    <a:pt x="1418948" y="873899"/>
                  </a:lnTo>
                  <a:lnTo>
                    <a:pt x="1404881" y="917130"/>
                  </a:lnTo>
                  <a:lnTo>
                    <a:pt x="1387984" y="959094"/>
                  </a:lnTo>
                  <a:lnTo>
                    <a:pt x="1368363" y="999690"/>
                  </a:lnTo>
                  <a:lnTo>
                    <a:pt x="1346126" y="1038814"/>
                  </a:lnTo>
                  <a:lnTo>
                    <a:pt x="1321381" y="1076364"/>
                  </a:lnTo>
                  <a:lnTo>
                    <a:pt x="1294236" y="1112236"/>
                  </a:lnTo>
                  <a:lnTo>
                    <a:pt x="1264797" y="1146328"/>
                  </a:lnTo>
                  <a:lnTo>
                    <a:pt x="1233173" y="1178537"/>
                  </a:lnTo>
                  <a:lnTo>
                    <a:pt x="1199471" y="1208760"/>
                  </a:lnTo>
                  <a:lnTo>
                    <a:pt x="1163798" y="1236895"/>
                  </a:lnTo>
                  <a:lnTo>
                    <a:pt x="1126263" y="1262838"/>
                  </a:lnTo>
                  <a:lnTo>
                    <a:pt x="1086973" y="1286487"/>
                  </a:lnTo>
                  <a:lnTo>
                    <a:pt x="1046035" y="1307739"/>
                  </a:lnTo>
                  <a:lnTo>
                    <a:pt x="1003557" y="1326490"/>
                  </a:lnTo>
                  <a:lnTo>
                    <a:pt x="959647" y="1342639"/>
                  </a:lnTo>
                  <a:lnTo>
                    <a:pt x="914412" y="1356083"/>
                  </a:lnTo>
                  <a:lnTo>
                    <a:pt x="867960" y="1366717"/>
                  </a:lnTo>
                  <a:lnTo>
                    <a:pt x="820398" y="1374441"/>
                  </a:lnTo>
                  <a:lnTo>
                    <a:pt x="771834" y="1379151"/>
                  </a:lnTo>
                  <a:lnTo>
                    <a:pt x="722376" y="1380744"/>
                  </a:lnTo>
                  <a:lnTo>
                    <a:pt x="672917" y="1379151"/>
                  </a:lnTo>
                  <a:lnTo>
                    <a:pt x="624353" y="1374441"/>
                  </a:lnTo>
                  <a:lnTo>
                    <a:pt x="576791" y="1366717"/>
                  </a:lnTo>
                  <a:lnTo>
                    <a:pt x="530339" y="1356083"/>
                  </a:lnTo>
                  <a:lnTo>
                    <a:pt x="485104" y="1342639"/>
                  </a:lnTo>
                  <a:lnTo>
                    <a:pt x="441194" y="1326490"/>
                  </a:lnTo>
                  <a:lnTo>
                    <a:pt x="398716" y="1307739"/>
                  </a:lnTo>
                  <a:lnTo>
                    <a:pt x="357778" y="1286487"/>
                  </a:lnTo>
                  <a:lnTo>
                    <a:pt x="318488" y="1262838"/>
                  </a:lnTo>
                  <a:lnTo>
                    <a:pt x="280953" y="1236895"/>
                  </a:lnTo>
                  <a:lnTo>
                    <a:pt x="245280" y="1208760"/>
                  </a:lnTo>
                  <a:lnTo>
                    <a:pt x="211578" y="1178537"/>
                  </a:lnTo>
                  <a:lnTo>
                    <a:pt x="179954" y="1146328"/>
                  </a:lnTo>
                  <a:lnTo>
                    <a:pt x="150515" y="1112236"/>
                  </a:lnTo>
                  <a:lnTo>
                    <a:pt x="123370" y="1076364"/>
                  </a:lnTo>
                  <a:lnTo>
                    <a:pt x="98625" y="1038814"/>
                  </a:lnTo>
                  <a:lnTo>
                    <a:pt x="76388" y="999690"/>
                  </a:lnTo>
                  <a:lnTo>
                    <a:pt x="56767" y="959094"/>
                  </a:lnTo>
                  <a:lnTo>
                    <a:pt x="39870" y="917130"/>
                  </a:lnTo>
                  <a:lnTo>
                    <a:pt x="25803" y="873899"/>
                  </a:lnTo>
                  <a:lnTo>
                    <a:pt x="14676" y="829505"/>
                  </a:lnTo>
                  <a:lnTo>
                    <a:pt x="6594" y="784050"/>
                  </a:lnTo>
                  <a:lnTo>
                    <a:pt x="1666" y="737638"/>
                  </a:lnTo>
                  <a:lnTo>
                    <a:pt x="0" y="690372"/>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2" name="Google Shape;192;p22"/>
            <p:cNvSpPr/>
            <p:nvPr/>
          </p:nvSpPr>
          <p:spPr>
            <a:xfrm>
              <a:off x="5020056" y="2375916"/>
              <a:ext cx="1405255" cy="1381125"/>
            </a:xfrm>
            <a:custGeom>
              <a:rect b="b" l="l" r="r" t="t"/>
              <a:pathLst>
                <a:path extrusionOk="0" h="1381125" w="1405254">
                  <a:moveTo>
                    <a:pt x="702564" y="0"/>
                  </a:moveTo>
                  <a:lnTo>
                    <a:pt x="654462" y="1592"/>
                  </a:lnTo>
                  <a:lnTo>
                    <a:pt x="607231" y="6302"/>
                  </a:lnTo>
                  <a:lnTo>
                    <a:pt x="560974" y="14026"/>
                  </a:lnTo>
                  <a:lnTo>
                    <a:pt x="515796" y="24660"/>
                  </a:lnTo>
                  <a:lnTo>
                    <a:pt x="471802" y="38104"/>
                  </a:lnTo>
                  <a:lnTo>
                    <a:pt x="429096" y="54253"/>
                  </a:lnTo>
                  <a:lnTo>
                    <a:pt x="387783" y="73004"/>
                  </a:lnTo>
                  <a:lnTo>
                    <a:pt x="347968" y="94256"/>
                  </a:lnTo>
                  <a:lnTo>
                    <a:pt x="309755" y="117905"/>
                  </a:lnTo>
                  <a:lnTo>
                    <a:pt x="273250" y="143848"/>
                  </a:lnTo>
                  <a:lnTo>
                    <a:pt x="238556" y="171983"/>
                  </a:lnTo>
                  <a:lnTo>
                    <a:pt x="205778" y="202206"/>
                  </a:lnTo>
                  <a:lnTo>
                    <a:pt x="175021" y="234415"/>
                  </a:lnTo>
                  <a:lnTo>
                    <a:pt x="146389" y="268507"/>
                  </a:lnTo>
                  <a:lnTo>
                    <a:pt x="119988" y="304379"/>
                  </a:lnTo>
                  <a:lnTo>
                    <a:pt x="95921" y="341929"/>
                  </a:lnTo>
                  <a:lnTo>
                    <a:pt x="74294" y="381053"/>
                  </a:lnTo>
                  <a:lnTo>
                    <a:pt x="55211" y="421649"/>
                  </a:lnTo>
                  <a:lnTo>
                    <a:pt x="38777" y="463613"/>
                  </a:lnTo>
                  <a:lnTo>
                    <a:pt x="25096" y="506844"/>
                  </a:lnTo>
                  <a:lnTo>
                    <a:pt x="14273" y="551238"/>
                  </a:lnTo>
                  <a:lnTo>
                    <a:pt x="6413" y="596693"/>
                  </a:lnTo>
                  <a:lnTo>
                    <a:pt x="1620" y="643105"/>
                  </a:lnTo>
                  <a:lnTo>
                    <a:pt x="0" y="690372"/>
                  </a:lnTo>
                  <a:lnTo>
                    <a:pt x="1620" y="737638"/>
                  </a:lnTo>
                  <a:lnTo>
                    <a:pt x="6413" y="784050"/>
                  </a:lnTo>
                  <a:lnTo>
                    <a:pt x="14273" y="829505"/>
                  </a:lnTo>
                  <a:lnTo>
                    <a:pt x="25096" y="873899"/>
                  </a:lnTo>
                  <a:lnTo>
                    <a:pt x="38777" y="917130"/>
                  </a:lnTo>
                  <a:lnTo>
                    <a:pt x="55211" y="959094"/>
                  </a:lnTo>
                  <a:lnTo>
                    <a:pt x="74294" y="999690"/>
                  </a:lnTo>
                  <a:lnTo>
                    <a:pt x="95921" y="1038814"/>
                  </a:lnTo>
                  <a:lnTo>
                    <a:pt x="119988" y="1076364"/>
                  </a:lnTo>
                  <a:lnTo>
                    <a:pt x="146389" y="1112236"/>
                  </a:lnTo>
                  <a:lnTo>
                    <a:pt x="175021" y="1146328"/>
                  </a:lnTo>
                  <a:lnTo>
                    <a:pt x="205778" y="1178537"/>
                  </a:lnTo>
                  <a:lnTo>
                    <a:pt x="238556" y="1208760"/>
                  </a:lnTo>
                  <a:lnTo>
                    <a:pt x="273250" y="1236895"/>
                  </a:lnTo>
                  <a:lnTo>
                    <a:pt x="309755" y="1262838"/>
                  </a:lnTo>
                  <a:lnTo>
                    <a:pt x="347968" y="1286487"/>
                  </a:lnTo>
                  <a:lnTo>
                    <a:pt x="387783" y="1307739"/>
                  </a:lnTo>
                  <a:lnTo>
                    <a:pt x="429096" y="1326490"/>
                  </a:lnTo>
                  <a:lnTo>
                    <a:pt x="471802" y="1342639"/>
                  </a:lnTo>
                  <a:lnTo>
                    <a:pt x="515796" y="1356083"/>
                  </a:lnTo>
                  <a:lnTo>
                    <a:pt x="560974" y="1366717"/>
                  </a:lnTo>
                  <a:lnTo>
                    <a:pt x="607231" y="1374441"/>
                  </a:lnTo>
                  <a:lnTo>
                    <a:pt x="654462" y="1379151"/>
                  </a:lnTo>
                  <a:lnTo>
                    <a:pt x="702564" y="1380744"/>
                  </a:lnTo>
                  <a:lnTo>
                    <a:pt x="750665" y="1379151"/>
                  </a:lnTo>
                  <a:lnTo>
                    <a:pt x="797896" y="1374441"/>
                  </a:lnTo>
                  <a:lnTo>
                    <a:pt x="844153" y="1366717"/>
                  </a:lnTo>
                  <a:lnTo>
                    <a:pt x="889331" y="1356083"/>
                  </a:lnTo>
                  <a:lnTo>
                    <a:pt x="933325" y="1342639"/>
                  </a:lnTo>
                  <a:lnTo>
                    <a:pt x="976031" y="1326490"/>
                  </a:lnTo>
                  <a:lnTo>
                    <a:pt x="1017344" y="1307739"/>
                  </a:lnTo>
                  <a:lnTo>
                    <a:pt x="1057159" y="1286487"/>
                  </a:lnTo>
                  <a:lnTo>
                    <a:pt x="1095372" y="1262838"/>
                  </a:lnTo>
                  <a:lnTo>
                    <a:pt x="1131877" y="1236895"/>
                  </a:lnTo>
                  <a:lnTo>
                    <a:pt x="1166571" y="1208760"/>
                  </a:lnTo>
                  <a:lnTo>
                    <a:pt x="1199349" y="1178537"/>
                  </a:lnTo>
                  <a:lnTo>
                    <a:pt x="1230106" y="1146328"/>
                  </a:lnTo>
                  <a:lnTo>
                    <a:pt x="1258738" y="1112236"/>
                  </a:lnTo>
                  <a:lnTo>
                    <a:pt x="1285139" y="1076364"/>
                  </a:lnTo>
                  <a:lnTo>
                    <a:pt x="1309206" y="1038814"/>
                  </a:lnTo>
                  <a:lnTo>
                    <a:pt x="1330833" y="999690"/>
                  </a:lnTo>
                  <a:lnTo>
                    <a:pt x="1349916" y="959094"/>
                  </a:lnTo>
                  <a:lnTo>
                    <a:pt x="1366350" y="917130"/>
                  </a:lnTo>
                  <a:lnTo>
                    <a:pt x="1380031" y="873899"/>
                  </a:lnTo>
                  <a:lnTo>
                    <a:pt x="1390854" y="829505"/>
                  </a:lnTo>
                  <a:lnTo>
                    <a:pt x="1398714" y="784050"/>
                  </a:lnTo>
                  <a:lnTo>
                    <a:pt x="1403507" y="737638"/>
                  </a:lnTo>
                  <a:lnTo>
                    <a:pt x="1405128" y="690372"/>
                  </a:lnTo>
                  <a:lnTo>
                    <a:pt x="1403507" y="643105"/>
                  </a:lnTo>
                  <a:lnTo>
                    <a:pt x="1398714" y="596693"/>
                  </a:lnTo>
                  <a:lnTo>
                    <a:pt x="1390854" y="551238"/>
                  </a:lnTo>
                  <a:lnTo>
                    <a:pt x="1380031" y="506844"/>
                  </a:lnTo>
                  <a:lnTo>
                    <a:pt x="1366350" y="463613"/>
                  </a:lnTo>
                  <a:lnTo>
                    <a:pt x="1349916" y="421649"/>
                  </a:lnTo>
                  <a:lnTo>
                    <a:pt x="1330833" y="381053"/>
                  </a:lnTo>
                  <a:lnTo>
                    <a:pt x="1309206" y="341929"/>
                  </a:lnTo>
                  <a:lnTo>
                    <a:pt x="1285139" y="304379"/>
                  </a:lnTo>
                  <a:lnTo>
                    <a:pt x="1258738" y="268507"/>
                  </a:lnTo>
                  <a:lnTo>
                    <a:pt x="1230106" y="234415"/>
                  </a:lnTo>
                  <a:lnTo>
                    <a:pt x="1199349" y="202206"/>
                  </a:lnTo>
                  <a:lnTo>
                    <a:pt x="1166571" y="171983"/>
                  </a:lnTo>
                  <a:lnTo>
                    <a:pt x="1131877" y="143848"/>
                  </a:lnTo>
                  <a:lnTo>
                    <a:pt x="1095372" y="117905"/>
                  </a:lnTo>
                  <a:lnTo>
                    <a:pt x="1057159" y="94256"/>
                  </a:lnTo>
                  <a:lnTo>
                    <a:pt x="1017344" y="73004"/>
                  </a:lnTo>
                  <a:lnTo>
                    <a:pt x="976031" y="54253"/>
                  </a:lnTo>
                  <a:lnTo>
                    <a:pt x="933325" y="38104"/>
                  </a:lnTo>
                  <a:lnTo>
                    <a:pt x="889331" y="24660"/>
                  </a:lnTo>
                  <a:lnTo>
                    <a:pt x="844153" y="14026"/>
                  </a:lnTo>
                  <a:lnTo>
                    <a:pt x="797896" y="6302"/>
                  </a:lnTo>
                  <a:lnTo>
                    <a:pt x="750665" y="1592"/>
                  </a:lnTo>
                  <a:lnTo>
                    <a:pt x="702564"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3" name="Google Shape;193;p22"/>
            <p:cNvSpPr/>
            <p:nvPr/>
          </p:nvSpPr>
          <p:spPr>
            <a:xfrm>
              <a:off x="5020056" y="2375916"/>
              <a:ext cx="1405255" cy="1381125"/>
            </a:xfrm>
            <a:custGeom>
              <a:rect b="b" l="l" r="r" t="t"/>
              <a:pathLst>
                <a:path extrusionOk="0" h="1381125" w="1405254">
                  <a:moveTo>
                    <a:pt x="0" y="690372"/>
                  </a:moveTo>
                  <a:lnTo>
                    <a:pt x="1620" y="643105"/>
                  </a:lnTo>
                  <a:lnTo>
                    <a:pt x="6413" y="596693"/>
                  </a:lnTo>
                  <a:lnTo>
                    <a:pt x="14273" y="551238"/>
                  </a:lnTo>
                  <a:lnTo>
                    <a:pt x="25096" y="506844"/>
                  </a:lnTo>
                  <a:lnTo>
                    <a:pt x="38777" y="463613"/>
                  </a:lnTo>
                  <a:lnTo>
                    <a:pt x="55211" y="421649"/>
                  </a:lnTo>
                  <a:lnTo>
                    <a:pt x="74294" y="381053"/>
                  </a:lnTo>
                  <a:lnTo>
                    <a:pt x="95921" y="341929"/>
                  </a:lnTo>
                  <a:lnTo>
                    <a:pt x="119988" y="304379"/>
                  </a:lnTo>
                  <a:lnTo>
                    <a:pt x="146389" y="268507"/>
                  </a:lnTo>
                  <a:lnTo>
                    <a:pt x="175021" y="234415"/>
                  </a:lnTo>
                  <a:lnTo>
                    <a:pt x="205778" y="202206"/>
                  </a:lnTo>
                  <a:lnTo>
                    <a:pt x="238556" y="171983"/>
                  </a:lnTo>
                  <a:lnTo>
                    <a:pt x="273250" y="143848"/>
                  </a:lnTo>
                  <a:lnTo>
                    <a:pt x="309755" y="117905"/>
                  </a:lnTo>
                  <a:lnTo>
                    <a:pt x="347968" y="94256"/>
                  </a:lnTo>
                  <a:lnTo>
                    <a:pt x="387783" y="73004"/>
                  </a:lnTo>
                  <a:lnTo>
                    <a:pt x="429096" y="54253"/>
                  </a:lnTo>
                  <a:lnTo>
                    <a:pt x="471802" y="38104"/>
                  </a:lnTo>
                  <a:lnTo>
                    <a:pt x="515796" y="24660"/>
                  </a:lnTo>
                  <a:lnTo>
                    <a:pt x="560974" y="14026"/>
                  </a:lnTo>
                  <a:lnTo>
                    <a:pt x="607231" y="6302"/>
                  </a:lnTo>
                  <a:lnTo>
                    <a:pt x="654462" y="1592"/>
                  </a:lnTo>
                  <a:lnTo>
                    <a:pt x="702564" y="0"/>
                  </a:lnTo>
                  <a:lnTo>
                    <a:pt x="750665" y="1592"/>
                  </a:lnTo>
                  <a:lnTo>
                    <a:pt x="797896" y="6302"/>
                  </a:lnTo>
                  <a:lnTo>
                    <a:pt x="844153" y="14026"/>
                  </a:lnTo>
                  <a:lnTo>
                    <a:pt x="889331" y="24660"/>
                  </a:lnTo>
                  <a:lnTo>
                    <a:pt x="933325" y="38104"/>
                  </a:lnTo>
                  <a:lnTo>
                    <a:pt x="976031" y="54253"/>
                  </a:lnTo>
                  <a:lnTo>
                    <a:pt x="1017344" y="73004"/>
                  </a:lnTo>
                  <a:lnTo>
                    <a:pt x="1057159" y="94256"/>
                  </a:lnTo>
                  <a:lnTo>
                    <a:pt x="1095372" y="117905"/>
                  </a:lnTo>
                  <a:lnTo>
                    <a:pt x="1131877" y="143848"/>
                  </a:lnTo>
                  <a:lnTo>
                    <a:pt x="1166571" y="171983"/>
                  </a:lnTo>
                  <a:lnTo>
                    <a:pt x="1199349" y="202206"/>
                  </a:lnTo>
                  <a:lnTo>
                    <a:pt x="1230106" y="234415"/>
                  </a:lnTo>
                  <a:lnTo>
                    <a:pt x="1258738" y="268507"/>
                  </a:lnTo>
                  <a:lnTo>
                    <a:pt x="1285139" y="304379"/>
                  </a:lnTo>
                  <a:lnTo>
                    <a:pt x="1309206" y="341929"/>
                  </a:lnTo>
                  <a:lnTo>
                    <a:pt x="1330833" y="381053"/>
                  </a:lnTo>
                  <a:lnTo>
                    <a:pt x="1349916" y="421649"/>
                  </a:lnTo>
                  <a:lnTo>
                    <a:pt x="1366350" y="463613"/>
                  </a:lnTo>
                  <a:lnTo>
                    <a:pt x="1380031" y="506844"/>
                  </a:lnTo>
                  <a:lnTo>
                    <a:pt x="1390854" y="551238"/>
                  </a:lnTo>
                  <a:lnTo>
                    <a:pt x="1398714" y="596693"/>
                  </a:lnTo>
                  <a:lnTo>
                    <a:pt x="1403507" y="643105"/>
                  </a:lnTo>
                  <a:lnTo>
                    <a:pt x="1405128" y="690372"/>
                  </a:lnTo>
                  <a:lnTo>
                    <a:pt x="1403507" y="737638"/>
                  </a:lnTo>
                  <a:lnTo>
                    <a:pt x="1398714" y="784050"/>
                  </a:lnTo>
                  <a:lnTo>
                    <a:pt x="1390854" y="829505"/>
                  </a:lnTo>
                  <a:lnTo>
                    <a:pt x="1380031" y="873899"/>
                  </a:lnTo>
                  <a:lnTo>
                    <a:pt x="1366350" y="917130"/>
                  </a:lnTo>
                  <a:lnTo>
                    <a:pt x="1349916" y="959094"/>
                  </a:lnTo>
                  <a:lnTo>
                    <a:pt x="1330833" y="999690"/>
                  </a:lnTo>
                  <a:lnTo>
                    <a:pt x="1309206" y="1038814"/>
                  </a:lnTo>
                  <a:lnTo>
                    <a:pt x="1285139" y="1076364"/>
                  </a:lnTo>
                  <a:lnTo>
                    <a:pt x="1258738" y="1112236"/>
                  </a:lnTo>
                  <a:lnTo>
                    <a:pt x="1230106" y="1146328"/>
                  </a:lnTo>
                  <a:lnTo>
                    <a:pt x="1199349" y="1178537"/>
                  </a:lnTo>
                  <a:lnTo>
                    <a:pt x="1166571" y="1208760"/>
                  </a:lnTo>
                  <a:lnTo>
                    <a:pt x="1131877" y="1236895"/>
                  </a:lnTo>
                  <a:lnTo>
                    <a:pt x="1095372" y="1262838"/>
                  </a:lnTo>
                  <a:lnTo>
                    <a:pt x="1057159" y="1286487"/>
                  </a:lnTo>
                  <a:lnTo>
                    <a:pt x="1017344" y="1307739"/>
                  </a:lnTo>
                  <a:lnTo>
                    <a:pt x="976031" y="1326490"/>
                  </a:lnTo>
                  <a:lnTo>
                    <a:pt x="933325" y="1342639"/>
                  </a:lnTo>
                  <a:lnTo>
                    <a:pt x="889331" y="1356083"/>
                  </a:lnTo>
                  <a:lnTo>
                    <a:pt x="844153" y="1366717"/>
                  </a:lnTo>
                  <a:lnTo>
                    <a:pt x="797896" y="1374441"/>
                  </a:lnTo>
                  <a:lnTo>
                    <a:pt x="750665" y="1379151"/>
                  </a:lnTo>
                  <a:lnTo>
                    <a:pt x="702564" y="1380744"/>
                  </a:lnTo>
                  <a:lnTo>
                    <a:pt x="654462" y="1379151"/>
                  </a:lnTo>
                  <a:lnTo>
                    <a:pt x="607231" y="1374441"/>
                  </a:lnTo>
                  <a:lnTo>
                    <a:pt x="560974" y="1366717"/>
                  </a:lnTo>
                  <a:lnTo>
                    <a:pt x="515796" y="1356083"/>
                  </a:lnTo>
                  <a:lnTo>
                    <a:pt x="471802" y="1342639"/>
                  </a:lnTo>
                  <a:lnTo>
                    <a:pt x="429096" y="1326490"/>
                  </a:lnTo>
                  <a:lnTo>
                    <a:pt x="387783" y="1307739"/>
                  </a:lnTo>
                  <a:lnTo>
                    <a:pt x="347968" y="1286487"/>
                  </a:lnTo>
                  <a:lnTo>
                    <a:pt x="309755" y="1262838"/>
                  </a:lnTo>
                  <a:lnTo>
                    <a:pt x="273250" y="1236895"/>
                  </a:lnTo>
                  <a:lnTo>
                    <a:pt x="238556" y="1208760"/>
                  </a:lnTo>
                  <a:lnTo>
                    <a:pt x="205778" y="1178537"/>
                  </a:lnTo>
                  <a:lnTo>
                    <a:pt x="175021" y="1146328"/>
                  </a:lnTo>
                  <a:lnTo>
                    <a:pt x="146389" y="1112236"/>
                  </a:lnTo>
                  <a:lnTo>
                    <a:pt x="119988" y="1076364"/>
                  </a:lnTo>
                  <a:lnTo>
                    <a:pt x="95921" y="1038814"/>
                  </a:lnTo>
                  <a:lnTo>
                    <a:pt x="74294" y="999690"/>
                  </a:lnTo>
                  <a:lnTo>
                    <a:pt x="55211" y="959094"/>
                  </a:lnTo>
                  <a:lnTo>
                    <a:pt x="38777" y="917130"/>
                  </a:lnTo>
                  <a:lnTo>
                    <a:pt x="25096" y="873899"/>
                  </a:lnTo>
                  <a:lnTo>
                    <a:pt x="14273" y="829505"/>
                  </a:lnTo>
                  <a:lnTo>
                    <a:pt x="6413" y="784050"/>
                  </a:lnTo>
                  <a:lnTo>
                    <a:pt x="1620" y="737638"/>
                  </a:lnTo>
                  <a:lnTo>
                    <a:pt x="0" y="690372"/>
                  </a:lnTo>
                  <a:close/>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94" name="Google Shape;194;p22"/>
          <p:cNvSpPr txBox="1"/>
          <p:nvPr/>
        </p:nvSpPr>
        <p:spPr>
          <a:xfrm>
            <a:off x="3950587" y="2211240"/>
            <a:ext cx="172720"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4E3629"/>
                </a:solidFill>
                <a:latin typeface="Calibri"/>
                <a:ea typeface="Calibri"/>
                <a:cs typeface="Calibri"/>
                <a:sym typeface="Calibri"/>
              </a:rPr>
              <a:t>A</a:t>
            </a:r>
            <a:endParaRPr sz="2000">
              <a:latin typeface="Calibri"/>
              <a:ea typeface="Calibri"/>
              <a:cs typeface="Calibri"/>
              <a:sym typeface="Calibri"/>
            </a:endParaRPr>
          </a:p>
        </p:txBody>
      </p:sp>
      <p:sp>
        <p:nvSpPr>
          <p:cNvPr id="195" name="Google Shape;195;p22"/>
          <p:cNvSpPr txBox="1"/>
          <p:nvPr/>
        </p:nvSpPr>
        <p:spPr>
          <a:xfrm>
            <a:off x="6156154" y="2230583"/>
            <a:ext cx="164465" cy="330835"/>
          </a:xfrm>
          <a:prstGeom prst="rect">
            <a:avLst/>
          </a:prstGeom>
          <a:noFill/>
          <a:ln>
            <a:noFill/>
          </a:ln>
        </p:spPr>
        <p:txBody>
          <a:bodyPr anchorCtr="0" anchor="t" bIns="0" lIns="0" spcFirstLastPara="1" rIns="0" wrap="square" tIns="13325">
            <a:spAutoFit/>
          </a:bodyPr>
          <a:lstStyle/>
          <a:p>
            <a:pPr indent="0" lvl="0" marL="12700" marR="0" rtl="0" algn="l">
              <a:lnSpc>
                <a:spcPct val="100000"/>
              </a:lnSpc>
              <a:spcBef>
                <a:spcPts val="0"/>
              </a:spcBef>
              <a:spcAft>
                <a:spcPts val="0"/>
              </a:spcAft>
              <a:buNone/>
            </a:pPr>
            <a:r>
              <a:rPr lang="en-US" sz="2000">
                <a:solidFill>
                  <a:srgbClr val="4E3629"/>
                </a:solidFill>
                <a:latin typeface="Calibri"/>
                <a:ea typeface="Calibri"/>
                <a:cs typeface="Calibri"/>
                <a:sym typeface="Calibri"/>
              </a:rPr>
              <a:t>B</a:t>
            </a:r>
            <a:endParaRPr sz="2000">
              <a:latin typeface="Calibri"/>
              <a:ea typeface="Calibri"/>
              <a:cs typeface="Calibri"/>
              <a:sym typeface="Calibri"/>
            </a:endParaRPr>
          </a:p>
        </p:txBody>
      </p:sp>
      <p:grpSp>
        <p:nvGrpSpPr>
          <p:cNvPr id="196" name="Google Shape;196;p22"/>
          <p:cNvGrpSpPr/>
          <p:nvPr/>
        </p:nvGrpSpPr>
        <p:grpSpPr>
          <a:xfrm>
            <a:off x="5020052" y="2557272"/>
            <a:ext cx="420370" cy="1003935"/>
            <a:chOff x="5020052" y="2557272"/>
            <a:chExt cx="420370" cy="1003935"/>
          </a:xfrm>
        </p:grpSpPr>
        <p:sp>
          <p:nvSpPr>
            <p:cNvPr id="197" name="Google Shape;197;p22"/>
            <p:cNvSpPr/>
            <p:nvPr/>
          </p:nvSpPr>
          <p:spPr>
            <a:xfrm>
              <a:off x="5020052" y="2557272"/>
              <a:ext cx="420370" cy="1003935"/>
            </a:xfrm>
            <a:custGeom>
              <a:rect b="b" l="l" r="r" t="t"/>
              <a:pathLst>
                <a:path extrusionOk="0" h="1003935" w="420370">
                  <a:moveTo>
                    <a:pt x="209918" y="0"/>
                  </a:moveTo>
                  <a:lnTo>
                    <a:pt x="199580" y="10452"/>
                  </a:lnTo>
                  <a:lnTo>
                    <a:pt x="186855" y="21653"/>
                  </a:lnTo>
                  <a:lnTo>
                    <a:pt x="175729" y="32854"/>
                  </a:lnTo>
                  <a:lnTo>
                    <a:pt x="143128" y="71678"/>
                  </a:lnTo>
                  <a:lnTo>
                    <a:pt x="113703" y="112001"/>
                  </a:lnTo>
                  <a:lnTo>
                    <a:pt x="87464" y="156806"/>
                  </a:lnTo>
                  <a:lnTo>
                    <a:pt x="79514" y="170992"/>
                  </a:lnTo>
                  <a:lnTo>
                    <a:pt x="72364" y="185928"/>
                  </a:lnTo>
                  <a:lnTo>
                    <a:pt x="64414" y="200863"/>
                  </a:lnTo>
                  <a:lnTo>
                    <a:pt x="56464" y="218033"/>
                  </a:lnTo>
                  <a:lnTo>
                    <a:pt x="50888" y="234467"/>
                  </a:lnTo>
                  <a:lnTo>
                    <a:pt x="44526" y="250151"/>
                  </a:lnTo>
                  <a:lnTo>
                    <a:pt x="33400" y="285242"/>
                  </a:lnTo>
                  <a:lnTo>
                    <a:pt x="28625" y="300926"/>
                  </a:lnTo>
                  <a:lnTo>
                    <a:pt x="23863" y="318096"/>
                  </a:lnTo>
                  <a:lnTo>
                    <a:pt x="18287" y="336016"/>
                  </a:lnTo>
                  <a:lnTo>
                    <a:pt x="15112" y="353936"/>
                  </a:lnTo>
                  <a:lnTo>
                    <a:pt x="11137" y="371856"/>
                  </a:lnTo>
                  <a:lnTo>
                    <a:pt x="7950" y="389775"/>
                  </a:lnTo>
                  <a:lnTo>
                    <a:pt x="3187" y="426364"/>
                  </a:lnTo>
                  <a:lnTo>
                    <a:pt x="1600" y="444284"/>
                  </a:lnTo>
                  <a:lnTo>
                    <a:pt x="0" y="483870"/>
                  </a:lnTo>
                  <a:lnTo>
                    <a:pt x="0" y="518960"/>
                  </a:lnTo>
                  <a:lnTo>
                    <a:pt x="1600" y="558533"/>
                  </a:lnTo>
                  <a:lnTo>
                    <a:pt x="7950" y="613041"/>
                  </a:lnTo>
                  <a:lnTo>
                    <a:pt x="15112" y="648881"/>
                  </a:lnTo>
                  <a:lnTo>
                    <a:pt x="18287" y="666800"/>
                  </a:lnTo>
                  <a:lnTo>
                    <a:pt x="23863" y="684720"/>
                  </a:lnTo>
                  <a:lnTo>
                    <a:pt x="27038" y="701903"/>
                  </a:lnTo>
                  <a:lnTo>
                    <a:pt x="33400" y="717588"/>
                  </a:lnTo>
                  <a:lnTo>
                    <a:pt x="37376" y="734758"/>
                  </a:lnTo>
                  <a:lnTo>
                    <a:pt x="43738" y="752678"/>
                  </a:lnTo>
                  <a:lnTo>
                    <a:pt x="50888" y="768362"/>
                  </a:lnTo>
                  <a:lnTo>
                    <a:pt x="56464" y="784783"/>
                  </a:lnTo>
                  <a:lnTo>
                    <a:pt x="64414" y="800468"/>
                  </a:lnTo>
                  <a:lnTo>
                    <a:pt x="70764" y="815403"/>
                  </a:lnTo>
                  <a:lnTo>
                    <a:pt x="79514" y="831824"/>
                  </a:lnTo>
                  <a:lnTo>
                    <a:pt x="87464" y="846010"/>
                  </a:lnTo>
                  <a:lnTo>
                    <a:pt x="94627" y="860945"/>
                  </a:lnTo>
                  <a:lnTo>
                    <a:pt x="104165" y="876630"/>
                  </a:lnTo>
                  <a:lnTo>
                    <a:pt x="113703" y="889317"/>
                  </a:lnTo>
                  <a:lnTo>
                    <a:pt x="123253" y="903516"/>
                  </a:lnTo>
                  <a:lnTo>
                    <a:pt x="132791" y="916952"/>
                  </a:lnTo>
                  <a:lnTo>
                    <a:pt x="142328" y="931138"/>
                  </a:lnTo>
                  <a:lnTo>
                    <a:pt x="153466" y="943089"/>
                  </a:lnTo>
                  <a:lnTo>
                    <a:pt x="174142" y="968476"/>
                  </a:lnTo>
                  <a:lnTo>
                    <a:pt x="185267" y="981163"/>
                  </a:lnTo>
                  <a:lnTo>
                    <a:pt x="209118" y="1003566"/>
                  </a:lnTo>
                  <a:lnTo>
                    <a:pt x="232981" y="981163"/>
                  </a:lnTo>
                  <a:lnTo>
                    <a:pt x="243319" y="968476"/>
                  </a:lnTo>
                  <a:lnTo>
                    <a:pt x="255244" y="955776"/>
                  </a:lnTo>
                  <a:lnTo>
                    <a:pt x="265582" y="943089"/>
                  </a:lnTo>
                  <a:lnTo>
                    <a:pt x="275920" y="931138"/>
                  </a:lnTo>
                  <a:lnTo>
                    <a:pt x="295795" y="903516"/>
                  </a:lnTo>
                  <a:lnTo>
                    <a:pt x="314871" y="875131"/>
                  </a:lnTo>
                  <a:lnTo>
                    <a:pt x="323621" y="860945"/>
                  </a:lnTo>
                  <a:lnTo>
                    <a:pt x="339521" y="831075"/>
                  </a:lnTo>
                  <a:lnTo>
                    <a:pt x="348272" y="815403"/>
                  </a:lnTo>
                  <a:lnTo>
                    <a:pt x="354634" y="800468"/>
                  </a:lnTo>
                  <a:lnTo>
                    <a:pt x="362584" y="784783"/>
                  </a:lnTo>
                  <a:lnTo>
                    <a:pt x="368147" y="768362"/>
                  </a:lnTo>
                  <a:lnTo>
                    <a:pt x="387235" y="717588"/>
                  </a:lnTo>
                  <a:lnTo>
                    <a:pt x="400748" y="666800"/>
                  </a:lnTo>
                  <a:lnTo>
                    <a:pt x="405523" y="648881"/>
                  </a:lnTo>
                  <a:lnTo>
                    <a:pt x="408698" y="630961"/>
                  </a:lnTo>
                  <a:lnTo>
                    <a:pt x="415861" y="574967"/>
                  </a:lnTo>
                  <a:lnTo>
                    <a:pt x="417448" y="557034"/>
                  </a:lnTo>
                  <a:lnTo>
                    <a:pt x="418236" y="539115"/>
                  </a:lnTo>
                  <a:lnTo>
                    <a:pt x="419836" y="518960"/>
                  </a:lnTo>
                  <a:lnTo>
                    <a:pt x="419836" y="481622"/>
                  </a:lnTo>
                  <a:lnTo>
                    <a:pt x="418236" y="462203"/>
                  </a:lnTo>
                  <a:lnTo>
                    <a:pt x="417448" y="444284"/>
                  </a:lnTo>
                  <a:lnTo>
                    <a:pt x="415861" y="426364"/>
                  </a:lnTo>
                  <a:lnTo>
                    <a:pt x="408698" y="370370"/>
                  </a:lnTo>
                  <a:lnTo>
                    <a:pt x="405523" y="352437"/>
                  </a:lnTo>
                  <a:lnTo>
                    <a:pt x="400748" y="334518"/>
                  </a:lnTo>
                  <a:lnTo>
                    <a:pt x="391998" y="299427"/>
                  </a:lnTo>
                  <a:lnTo>
                    <a:pt x="387235" y="283006"/>
                  </a:lnTo>
                  <a:lnTo>
                    <a:pt x="381660" y="266573"/>
                  </a:lnTo>
                  <a:lnTo>
                    <a:pt x="375310" y="250151"/>
                  </a:lnTo>
                  <a:lnTo>
                    <a:pt x="369735" y="232968"/>
                  </a:lnTo>
                  <a:lnTo>
                    <a:pt x="356222" y="200863"/>
                  </a:lnTo>
                  <a:lnTo>
                    <a:pt x="348272" y="185928"/>
                  </a:lnTo>
                  <a:lnTo>
                    <a:pt x="341109" y="170992"/>
                  </a:lnTo>
                  <a:lnTo>
                    <a:pt x="332371" y="155308"/>
                  </a:lnTo>
                  <a:lnTo>
                    <a:pt x="324421" y="141871"/>
                  </a:lnTo>
                  <a:lnTo>
                    <a:pt x="306133" y="112001"/>
                  </a:lnTo>
                  <a:lnTo>
                    <a:pt x="296583" y="98564"/>
                  </a:lnTo>
                  <a:lnTo>
                    <a:pt x="287845" y="84378"/>
                  </a:lnTo>
                  <a:lnTo>
                    <a:pt x="276707" y="71678"/>
                  </a:lnTo>
                  <a:lnTo>
                    <a:pt x="267169" y="57492"/>
                  </a:lnTo>
                  <a:lnTo>
                    <a:pt x="256031" y="45554"/>
                  </a:lnTo>
                  <a:lnTo>
                    <a:pt x="245694" y="32854"/>
                  </a:lnTo>
                  <a:lnTo>
                    <a:pt x="221843" y="10452"/>
                  </a:lnTo>
                  <a:lnTo>
                    <a:pt x="209918" y="0"/>
                  </a:lnTo>
                  <a:close/>
                </a:path>
              </a:pathLst>
            </a:custGeom>
            <a:solidFill>
              <a:srgbClr val="FFFFFF"/>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sp>
          <p:nvSpPr>
            <p:cNvPr id="198" name="Google Shape;198;p22"/>
            <p:cNvSpPr/>
            <p:nvPr/>
          </p:nvSpPr>
          <p:spPr>
            <a:xfrm>
              <a:off x="5020052" y="2557272"/>
              <a:ext cx="420370" cy="1003935"/>
            </a:xfrm>
            <a:custGeom>
              <a:rect b="b" l="l" r="r" t="t"/>
              <a:pathLst>
                <a:path extrusionOk="0" h="1003935" w="420370">
                  <a:moveTo>
                    <a:pt x="209918" y="0"/>
                  </a:moveTo>
                  <a:lnTo>
                    <a:pt x="221843" y="10452"/>
                  </a:lnTo>
                  <a:lnTo>
                    <a:pt x="233768" y="21653"/>
                  </a:lnTo>
                  <a:lnTo>
                    <a:pt x="245694" y="32854"/>
                  </a:lnTo>
                  <a:lnTo>
                    <a:pt x="256031" y="45554"/>
                  </a:lnTo>
                  <a:lnTo>
                    <a:pt x="267169" y="57492"/>
                  </a:lnTo>
                  <a:lnTo>
                    <a:pt x="276707" y="71678"/>
                  </a:lnTo>
                  <a:lnTo>
                    <a:pt x="287845" y="84378"/>
                  </a:lnTo>
                  <a:lnTo>
                    <a:pt x="296583" y="98564"/>
                  </a:lnTo>
                  <a:lnTo>
                    <a:pt x="306133" y="112001"/>
                  </a:lnTo>
                  <a:lnTo>
                    <a:pt x="332371" y="155308"/>
                  </a:lnTo>
                  <a:lnTo>
                    <a:pt x="348272" y="185928"/>
                  </a:lnTo>
                  <a:lnTo>
                    <a:pt x="356222" y="200863"/>
                  </a:lnTo>
                  <a:lnTo>
                    <a:pt x="363372" y="218033"/>
                  </a:lnTo>
                  <a:lnTo>
                    <a:pt x="369735" y="232968"/>
                  </a:lnTo>
                  <a:lnTo>
                    <a:pt x="375310" y="250151"/>
                  </a:lnTo>
                  <a:lnTo>
                    <a:pt x="391998" y="299427"/>
                  </a:lnTo>
                  <a:lnTo>
                    <a:pt x="400748" y="334518"/>
                  </a:lnTo>
                  <a:lnTo>
                    <a:pt x="405523" y="352437"/>
                  </a:lnTo>
                  <a:lnTo>
                    <a:pt x="408698" y="370370"/>
                  </a:lnTo>
                  <a:lnTo>
                    <a:pt x="411086" y="389026"/>
                  </a:lnTo>
                  <a:lnTo>
                    <a:pt x="413473" y="406958"/>
                  </a:lnTo>
                  <a:lnTo>
                    <a:pt x="415861" y="426364"/>
                  </a:lnTo>
                  <a:lnTo>
                    <a:pt x="417448" y="444284"/>
                  </a:lnTo>
                  <a:lnTo>
                    <a:pt x="418236" y="462203"/>
                  </a:lnTo>
                  <a:lnTo>
                    <a:pt x="419836" y="481622"/>
                  </a:lnTo>
                  <a:lnTo>
                    <a:pt x="419836" y="501789"/>
                  </a:lnTo>
                  <a:lnTo>
                    <a:pt x="419836" y="518960"/>
                  </a:lnTo>
                  <a:lnTo>
                    <a:pt x="418236" y="539115"/>
                  </a:lnTo>
                  <a:lnTo>
                    <a:pt x="413473" y="594372"/>
                  </a:lnTo>
                  <a:lnTo>
                    <a:pt x="405523" y="648881"/>
                  </a:lnTo>
                  <a:lnTo>
                    <a:pt x="400748" y="666800"/>
                  </a:lnTo>
                  <a:lnTo>
                    <a:pt x="396773" y="683983"/>
                  </a:lnTo>
                  <a:lnTo>
                    <a:pt x="381660" y="734758"/>
                  </a:lnTo>
                  <a:lnTo>
                    <a:pt x="368147" y="768362"/>
                  </a:lnTo>
                  <a:lnTo>
                    <a:pt x="362584" y="784783"/>
                  </a:lnTo>
                  <a:lnTo>
                    <a:pt x="354634" y="800468"/>
                  </a:lnTo>
                  <a:lnTo>
                    <a:pt x="348272" y="815403"/>
                  </a:lnTo>
                  <a:lnTo>
                    <a:pt x="339521" y="831075"/>
                  </a:lnTo>
                  <a:lnTo>
                    <a:pt x="331571" y="846010"/>
                  </a:lnTo>
                  <a:lnTo>
                    <a:pt x="323621" y="860945"/>
                  </a:lnTo>
                  <a:lnTo>
                    <a:pt x="314871" y="875131"/>
                  </a:lnTo>
                  <a:lnTo>
                    <a:pt x="305333" y="889317"/>
                  </a:lnTo>
                  <a:lnTo>
                    <a:pt x="295795" y="903516"/>
                  </a:lnTo>
                  <a:lnTo>
                    <a:pt x="286245" y="916952"/>
                  </a:lnTo>
                  <a:lnTo>
                    <a:pt x="275920" y="931138"/>
                  </a:lnTo>
                  <a:lnTo>
                    <a:pt x="265582" y="943089"/>
                  </a:lnTo>
                  <a:lnTo>
                    <a:pt x="255244" y="955776"/>
                  </a:lnTo>
                  <a:lnTo>
                    <a:pt x="243319" y="968476"/>
                  </a:lnTo>
                  <a:lnTo>
                    <a:pt x="232981" y="981163"/>
                  </a:lnTo>
                  <a:lnTo>
                    <a:pt x="221056" y="992365"/>
                  </a:lnTo>
                  <a:lnTo>
                    <a:pt x="209118" y="1003566"/>
                  </a:lnTo>
                  <a:lnTo>
                    <a:pt x="197192" y="992365"/>
                  </a:lnTo>
                  <a:lnTo>
                    <a:pt x="185267" y="981163"/>
                  </a:lnTo>
                  <a:lnTo>
                    <a:pt x="174142" y="968476"/>
                  </a:lnTo>
                  <a:lnTo>
                    <a:pt x="163804" y="955776"/>
                  </a:lnTo>
                  <a:lnTo>
                    <a:pt x="153466" y="943089"/>
                  </a:lnTo>
                  <a:lnTo>
                    <a:pt x="142328" y="931138"/>
                  </a:lnTo>
                  <a:lnTo>
                    <a:pt x="132791" y="916952"/>
                  </a:lnTo>
                  <a:lnTo>
                    <a:pt x="123253" y="903516"/>
                  </a:lnTo>
                  <a:lnTo>
                    <a:pt x="113703" y="889317"/>
                  </a:lnTo>
                  <a:lnTo>
                    <a:pt x="104165" y="876630"/>
                  </a:lnTo>
                  <a:lnTo>
                    <a:pt x="94627" y="860945"/>
                  </a:lnTo>
                  <a:lnTo>
                    <a:pt x="87464" y="846010"/>
                  </a:lnTo>
                  <a:lnTo>
                    <a:pt x="79514" y="831824"/>
                  </a:lnTo>
                  <a:lnTo>
                    <a:pt x="70764" y="815403"/>
                  </a:lnTo>
                  <a:lnTo>
                    <a:pt x="64414" y="800468"/>
                  </a:lnTo>
                  <a:lnTo>
                    <a:pt x="56464" y="784783"/>
                  </a:lnTo>
                  <a:lnTo>
                    <a:pt x="50888" y="768362"/>
                  </a:lnTo>
                  <a:lnTo>
                    <a:pt x="43738" y="752678"/>
                  </a:lnTo>
                  <a:lnTo>
                    <a:pt x="37376" y="734758"/>
                  </a:lnTo>
                  <a:lnTo>
                    <a:pt x="33400" y="717588"/>
                  </a:lnTo>
                  <a:lnTo>
                    <a:pt x="27038" y="701903"/>
                  </a:lnTo>
                  <a:lnTo>
                    <a:pt x="23863" y="684720"/>
                  </a:lnTo>
                  <a:lnTo>
                    <a:pt x="18287" y="666800"/>
                  </a:lnTo>
                  <a:lnTo>
                    <a:pt x="15112" y="648881"/>
                  </a:lnTo>
                  <a:lnTo>
                    <a:pt x="11137" y="630961"/>
                  </a:lnTo>
                  <a:lnTo>
                    <a:pt x="7950" y="613041"/>
                  </a:lnTo>
                  <a:lnTo>
                    <a:pt x="5575" y="594372"/>
                  </a:lnTo>
                  <a:lnTo>
                    <a:pt x="3187" y="576453"/>
                  </a:lnTo>
                  <a:lnTo>
                    <a:pt x="1600" y="558533"/>
                  </a:lnTo>
                  <a:lnTo>
                    <a:pt x="800" y="539115"/>
                  </a:lnTo>
                  <a:lnTo>
                    <a:pt x="0" y="518960"/>
                  </a:lnTo>
                  <a:lnTo>
                    <a:pt x="0" y="501789"/>
                  </a:lnTo>
                  <a:lnTo>
                    <a:pt x="0" y="483870"/>
                  </a:lnTo>
                  <a:lnTo>
                    <a:pt x="800" y="463702"/>
                  </a:lnTo>
                  <a:lnTo>
                    <a:pt x="1600" y="444284"/>
                  </a:lnTo>
                  <a:lnTo>
                    <a:pt x="3187" y="426364"/>
                  </a:lnTo>
                  <a:lnTo>
                    <a:pt x="5575" y="408444"/>
                  </a:lnTo>
                  <a:lnTo>
                    <a:pt x="7950" y="389775"/>
                  </a:lnTo>
                  <a:lnTo>
                    <a:pt x="11137" y="371856"/>
                  </a:lnTo>
                  <a:lnTo>
                    <a:pt x="15112" y="353936"/>
                  </a:lnTo>
                  <a:lnTo>
                    <a:pt x="18287" y="336016"/>
                  </a:lnTo>
                  <a:lnTo>
                    <a:pt x="23863" y="318096"/>
                  </a:lnTo>
                  <a:lnTo>
                    <a:pt x="28625" y="300926"/>
                  </a:lnTo>
                  <a:lnTo>
                    <a:pt x="33400" y="285242"/>
                  </a:lnTo>
                  <a:lnTo>
                    <a:pt x="38963" y="268071"/>
                  </a:lnTo>
                  <a:lnTo>
                    <a:pt x="44526" y="250151"/>
                  </a:lnTo>
                  <a:lnTo>
                    <a:pt x="50888" y="234467"/>
                  </a:lnTo>
                  <a:lnTo>
                    <a:pt x="56464" y="218033"/>
                  </a:lnTo>
                  <a:lnTo>
                    <a:pt x="64414" y="200863"/>
                  </a:lnTo>
                  <a:lnTo>
                    <a:pt x="72364" y="185928"/>
                  </a:lnTo>
                  <a:lnTo>
                    <a:pt x="79514" y="170992"/>
                  </a:lnTo>
                  <a:lnTo>
                    <a:pt x="87464" y="156806"/>
                  </a:lnTo>
                  <a:lnTo>
                    <a:pt x="95415" y="141871"/>
                  </a:lnTo>
                  <a:lnTo>
                    <a:pt x="104165" y="126187"/>
                  </a:lnTo>
                  <a:lnTo>
                    <a:pt x="133591" y="84378"/>
                  </a:lnTo>
                  <a:lnTo>
                    <a:pt x="164591" y="45554"/>
                  </a:lnTo>
                  <a:lnTo>
                    <a:pt x="199580" y="10452"/>
                  </a:lnTo>
                  <a:lnTo>
                    <a:pt x="209918" y="0"/>
                  </a:lnTo>
                </a:path>
              </a:pathLst>
            </a:custGeom>
            <a:noFill/>
            <a:ln cap="flat" cmpd="sng" w="9525">
              <a:solidFill>
                <a:srgbClr val="4E3629"/>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p>
          </p:txBody>
        </p:sp>
      </p:grpSp>
      <p:sp>
        <p:nvSpPr>
          <p:cNvPr id="199" name="Google Shape;199;p22"/>
          <p:cNvSpPr txBox="1"/>
          <p:nvPr/>
        </p:nvSpPr>
        <p:spPr>
          <a:xfrm>
            <a:off x="4526077" y="2601399"/>
            <a:ext cx="128270" cy="756920"/>
          </a:xfrm>
          <a:prstGeom prst="rect">
            <a:avLst/>
          </a:prstGeom>
          <a:noFill/>
          <a:ln>
            <a:noFill/>
          </a:ln>
        </p:spPr>
        <p:txBody>
          <a:bodyPr anchorCtr="0" anchor="t" bIns="0" lIns="0" spcFirstLastPara="1" rIns="0" wrap="square" tIns="12050">
            <a:spAutoFit/>
          </a:bodyPr>
          <a:lstStyle/>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1</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2</a:t>
            </a:r>
            <a:endParaRPr sz="1600">
              <a:latin typeface="Calibri"/>
              <a:ea typeface="Calibri"/>
              <a:cs typeface="Calibri"/>
              <a:sym typeface="Calibri"/>
            </a:endParaRPr>
          </a:p>
          <a:p>
            <a:pPr indent="0" lvl="0" marL="12700" marR="0" rtl="0" algn="l">
              <a:lnSpc>
                <a:spcPct val="100000"/>
              </a:lnSpc>
              <a:spcBef>
                <a:spcPts val="0"/>
              </a:spcBef>
              <a:spcAft>
                <a:spcPts val="0"/>
              </a:spcAft>
              <a:buNone/>
            </a:pPr>
            <a:r>
              <a:rPr b="1" lang="en-US" sz="1600">
                <a:solidFill>
                  <a:srgbClr val="FFFFFF"/>
                </a:solidFill>
                <a:latin typeface="Calibri"/>
                <a:ea typeface="Calibri"/>
                <a:cs typeface="Calibri"/>
                <a:sym typeface="Calibri"/>
              </a:rPr>
              <a:t>3</a:t>
            </a:r>
            <a:endParaRPr sz="1600">
              <a:latin typeface="Calibri"/>
              <a:ea typeface="Calibri"/>
              <a:cs typeface="Calibri"/>
              <a:sym typeface="Calibri"/>
            </a:endParaRPr>
          </a:p>
        </p:txBody>
      </p:sp>
      <p:sp>
        <p:nvSpPr>
          <p:cNvPr id="200" name="Google Shape;200;p22"/>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01" name="Google Shape;201;p2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02" name="Google Shape;202;p2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3" name="Google Shape;203;p22"/>
          <p:cNvSpPr txBox="1"/>
          <p:nvPr/>
        </p:nvSpPr>
        <p:spPr>
          <a:xfrm>
            <a:off x="405384" y="2375916"/>
            <a:ext cx="2705100" cy="1381125"/>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9722"/>
              </a:lnSpc>
              <a:spcBef>
                <a:spcPts val="0"/>
              </a:spcBef>
              <a:spcAft>
                <a:spcPts val="0"/>
              </a:spcAft>
              <a:buNone/>
            </a:pPr>
            <a:r>
              <a:rPr b="1" lang="en-US" sz="1800">
                <a:solidFill>
                  <a:srgbClr val="4E3629"/>
                </a:solidFill>
                <a:latin typeface="Courier New"/>
                <a:ea typeface="Courier New"/>
                <a:cs typeface="Courier New"/>
                <a:sym typeface="Courier New"/>
              </a:rPr>
              <a:t>SELECT a_id</a:t>
            </a:r>
            <a:endParaRPr sz="1800">
              <a:latin typeface="Courier New"/>
              <a:ea typeface="Courier New"/>
              <a:cs typeface="Courier New"/>
              <a:sym typeface="Courier New"/>
            </a:endParaRPr>
          </a:p>
          <a:p>
            <a:pPr indent="-136525" lvl="0" marL="136525" marR="187769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a  MINUS</a:t>
            </a:r>
            <a:endParaRPr sz="1800">
              <a:latin typeface="Courier New"/>
              <a:ea typeface="Courier New"/>
              <a:cs typeface="Courier New"/>
              <a:sym typeface="Courier New"/>
            </a:endParaRPr>
          </a:p>
          <a:p>
            <a:pPr indent="0" lvl="0" marL="0" marR="1196975"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b_id  FROM b;</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3"/>
          <p:cNvSpPr txBox="1"/>
          <p:nvPr>
            <p:ph type="title"/>
          </p:nvPr>
        </p:nvSpPr>
        <p:spPr>
          <a:xfrm>
            <a:off x="392112" y="748031"/>
            <a:ext cx="4887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Ejemplos de Operadores SET</a:t>
            </a:r>
            <a:endParaRPr sz="3300"/>
          </a:p>
        </p:txBody>
      </p:sp>
      <p:sp>
        <p:nvSpPr>
          <p:cNvPr id="209" name="Google Shape;209;p23"/>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10" name="Google Shape;210;p23"/>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11" name="Google Shape;211;p23"/>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2" name="Google Shape;212;p23"/>
          <p:cNvSpPr txBox="1"/>
          <p:nvPr/>
        </p:nvSpPr>
        <p:spPr>
          <a:xfrm>
            <a:off x="483552" y="1415417"/>
            <a:ext cx="8100059" cy="334454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veces, si está seleccionando filas de las tablas que no  tengan columnas en común, puede que tenga que  crear sus propias columnas en orden para que  coincidan con el número de columnas de las consultas</a:t>
            </a:r>
            <a:endParaRPr sz="2800">
              <a:latin typeface="Calibri"/>
              <a:ea typeface="Calibri"/>
              <a:cs typeface="Calibri"/>
              <a:sym typeface="Calibri"/>
            </a:endParaRPr>
          </a:p>
          <a:p>
            <a:pPr indent="-177800" lvl="0" marL="184785" marR="26352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forma más sencilla de hacerlo es incluir uno o más  valores NULL en la lista de selección</a:t>
            </a:r>
            <a:endParaRPr sz="2800">
              <a:latin typeface="Calibri"/>
              <a:ea typeface="Calibri"/>
              <a:cs typeface="Calibri"/>
              <a:sym typeface="Calibri"/>
            </a:endParaRPr>
          </a:p>
          <a:p>
            <a:pPr indent="-177800" lvl="0" marL="184785" marR="116141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Recuerde que debe asignar a cada uno un alias  adecuado y un tipo de dato coincidente</a:t>
            </a:r>
            <a:endParaRPr sz="2800">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4"/>
          <p:cNvSpPr txBox="1"/>
          <p:nvPr>
            <p:ph type="title"/>
          </p:nvPr>
        </p:nvSpPr>
        <p:spPr>
          <a:xfrm>
            <a:off x="392112" y="748031"/>
            <a:ext cx="4826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Ejemplos de Operadores Set</a:t>
            </a:r>
            <a:endParaRPr sz="3300"/>
          </a:p>
        </p:txBody>
      </p:sp>
      <p:sp>
        <p:nvSpPr>
          <p:cNvPr id="218" name="Google Shape;218;p24"/>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19" name="Google Shape;219;p24"/>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0" name="Google Shape;220;p24"/>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1" name="Google Shape;221;p24"/>
          <p:cNvSpPr txBox="1"/>
          <p:nvPr/>
        </p:nvSpPr>
        <p:spPr>
          <a:xfrm>
            <a:off x="483552" y="1393401"/>
            <a:ext cx="8159115" cy="4185285"/>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ejemplo:</a:t>
            </a:r>
            <a:endParaRPr sz="2800">
              <a:latin typeface="Calibri"/>
              <a:ea typeface="Calibri"/>
              <a:cs typeface="Calibri"/>
              <a:sym typeface="Calibri"/>
            </a:endParaRPr>
          </a:p>
          <a:p>
            <a:pPr indent="-175260" lvl="0" marL="530860" marR="2413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tabla employees contiene una fecha de contratación, un ID  de empleado y un ID de cargo</a:t>
            </a:r>
            <a:endParaRPr sz="2400">
              <a:latin typeface="Calibri"/>
              <a:ea typeface="Calibri"/>
              <a:cs typeface="Calibri"/>
              <a:sym typeface="Calibri"/>
            </a:endParaRPr>
          </a:p>
          <a:p>
            <a:pPr indent="-175260" lvl="0" marL="530860" marR="508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 tabla de historial de cargos contiene el ID de empleado y el  ID de cargo, pero no tiene una columna con fecha de  contratación</a:t>
            </a:r>
            <a:endParaRPr sz="2400">
              <a:latin typeface="Calibri"/>
              <a:ea typeface="Calibri"/>
              <a:cs typeface="Calibri"/>
              <a:sym typeface="Calibri"/>
            </a:endParaRPr>
          </a:p>
          <a:p>
            <a:pPr indent="-175260" lvl="0" marL="530860" marR="73660"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Las dos tablas comparten ID de empleado e ID de cargo, pero  el historial de cargos no tiene fecha de inicio</a:t>
            </a:r>
            <a:endParaRPr sz="2400">
              <a:latin typeface="Calibri"/>
              <a:ea typeface="Calibri"/>
              <a:cs typeface="Calibri"/>
              <a:sym typeface="Calibri"/>
            </a:endParaRPr>
          </a:p>
          <a:p>
            <a:pPr indent="-177800" lvl="0" marL="184785" marR="50800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utilizar la función TO_CHAR(NULL) para crear  columnas coincidentes, como en el siguiente  diapositiva</a:t>
            </a:r>
            <a:endParaRPr sz="28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5"/>
          <p:cNvSpPr txBox="1"/>
          <p:nvPr>
            <p:ph type="title"/>
          </p:nvPr>
        </p:nvSpPr>
        <p:spPr>
          <a:xfrm>
            <a:off x="392112" y="385319"/>
            <a:ext cx="3810600" cy="1025400"/>
          </a:xfrm>
          <a:prstGeom prst="rect">
            <a:avLst/>
          </a:prstGeom>
          <a:noFill/>
          <a:ln>
            <a:noFill/>
          </a:ln>
        </p:spPr>
        <p:txBody>
          <a:bodyPr anchorCtr="0" anchor="t" bIns="0" lIns="0" spcFirstLastPara="1" rIns="0" wrap="square" tIns="64125">
            <a:spAutoFit/>
          </a:bodyPr>
          <a:lstStyle/>
          <a:p>
            <a:pPr indent="0" lvl="0" marL="12700" marR="5080" rtl="0" algn="l">
              <a:lnSpc>
                <a:spcPct val="108000"/>
              </a:lnSpc>
              <a:spcBef>
                <a:spcPts val="0"/>
              </a:spcBef>
              <a:spcAft>
                <a:spcPts val="0"/>
              </a:spcAft>
              <a:buNone/>
            </a:pPr>
            <a:r>
              <a:rPr lang="en-US" sz="3000"/>
              <a:t>Ejemplos de Operadores  Set</a:t>
            </a:r>
            <a:endParaRPr sz="3000"/>
          </a:p>
        </p:txBody>
      </p:sp>
      <p:sp>
        <p:nvSpPr>
          <p:cNvPr id="227" name="Google Shape;227;p25"/>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28" name="Google Shape;228;p25"/>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29" name="Google Shape;229;p25"/>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230" name="Google Shape;230;p25"/>
          <p:cNvGraphicFramePr/>
          <p:nvPr/>
        </p:nvGraphicFramePr>
        <p:xfrm>
          <a:off x="5634043" y="559889"/>
          <a:ext cx="3000000" cy="3000000"/>
        </p:xfrm>
        <a:graphic>
          <a:graphicData uri="http://schemas.openxmlformats.org/drawingml/2006/table">
            <a:tbl>
              <a:tblPr bandRow="1" firstRow="1">
                <a:noFill/>
                <a:tableStyleId>{99AA116F-51E9-4D7C-A7E7-484E17ED40EF}</a:tableStyleId>
              </a:tblPr>
              <a:tblGrid>
                <a:gridCol w="1033150"/>
                <a:gridCol w="1033150"/>
                <a:gridCol w="1033150"/>
              </a:tblGrid>
              <a:tr h="239125">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HIRE_DATE</a:t>
                      </a:r>
                      <a:endParaRPr sz="1200" u="none" cap="none" strike="noStrike">
                        <a:latin typeface="Calibri"/>
                        <a:ea typeface="Calibri"/>
                        <a:cs typeface="Calibri"/>
                        <a:sym typeface="Calibri"/>
                      </a:endParaRPr>
                    </a:p>
                  </a:txBody>
                  <a:tcPr marT="1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EMPLOYEE_ID</a:t>
                      </a:r>
                      <a:endParaRPr sz="1200" u="none" cap="none" strike="noStrike">
                        <a:latin typeface="Calibri"/>
                        <a:ea typeface="Calibri"/>
                        <a:cs typeface="Calibri"/>
                        <a:sym typeface="Calibri"/>
                      </a:endParaRPr>
                    </a:p>
                  </a:txBody>
                  <a:tcPr marT="1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200" u="none" cap="none" strike="noStrike">
                          <a:solidFill>
                            <a:srgbClr val="4E3629"/>
                          </a:solidFill>
                          <a:latin typeface="Calibri"/>
                          <a:ea typeface="Calibri"/>
                          <a:cs typeface="Calibri"/>
                          <a:sym typeface="Calibri"/>
                        </a:rPr>
                        <a:t>JOB_ID</a:t>
                      </a:r>
                      <a:endParaRPr sz="1200" u="none" cap="none" strike="noStrike">
                        <a:latin typeface="Calibri"/>
                        <a:ea typeface="Calibri"/>
                        <a:cs typeface="Calibri"/>
                        <a:sym typeface="Calibri"/>
                      </a:endParaRPr>
                    </a:p>
                  </a:txBody>
                  <a:tcPr marT="1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17-Jun-1987</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AD_PRES</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17-Sep-1987</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AD_ASST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21-Sep-1989</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AD_VP</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03-Jan-1990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103</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IT_PROG</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21-May-1991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104</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IT_PROG</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13-Jan-1993</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102</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AD_VP</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07-Jun-1994</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205</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AC_MGR</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07-Jun-1994</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206</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AC_ACCOUNT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17-Oct-1995</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141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ST_CLERK</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17-Feb-1996</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MK_MAN</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11-May-1996</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174</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SA_REP</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29-Jan-1997</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142</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ST_CLERK</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17-Aug-1997</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202</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MK_REP</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15-Mar-1998</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143</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ST_CLERK</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24-Mar-1998</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176</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SA_REP</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09-Jul-1998</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144</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ST_CLERK</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07-Feb-1999</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107</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IT_PROG</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24-May-1999</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178</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SA_REP</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16-Nov-1999</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124</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ST_MAN</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29-Jan-2000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149</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SA_MAN</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AC_ACCOUNT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AC_MGR</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102</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IT_PROG</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114</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ST_CLERK</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122</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ST_CLERK</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176</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SA_MAN</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176</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SA_REP</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AC_ACCOUNT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200</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AD_ASST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182875">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201</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1666"/>
                        </a:lnSpc>
                        <a:spcBef>
                          <a:spcPts val="0"/>
                        </a:spcBef>
                        <a:spcAft>
                          <a:spcPts val="0"/>
                        </a:spcAft>
                        <a:buNone/>
                      </a:pPr>
                      <a:r>
                        <a:rPr lang="en-US" sz="1200" u="none" cap="none" strike="noStrike">
                          <a:solidFill>
                            <a:srgbClr val="4E3629"/>
                          </a:solidFill>
                          <a:latin typeface="Calibri"/>
                          <a:ea typeface="Calibri"/>
                          <a:cs typeface="Calibri"/>
                          <a:sym typeface="Calibri"/>
                        </a:rPr>
                        <a:t>MK_REP</a:t>
                      </a:r>
                      <a:endParaRPr sz="12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31" name="Google Shape;231;p25"/>
          <p:cNvSpPr txBox="1"/>
          <p:nvPr/>
        </p:nvSpPr>
        <p:spPr>
          <a:xfrm>
            <a:off x="393191" y="1447800"/>
            <a:ext cx="5140960" cy="2028825"/>
          </a:xfrm>
          <a:prstGeom prst="rect">
            <a:avLst/>
          </a:prstGeom>
          <a:solidFill>
            <a:srgbClr val="9DBDC4">
              <a:alpha val="49804"/>
            </a:srgbClr>
          </a:solidFill>
          <a:ln>
            <a:noFill/>
          </a:ln>
        </p:spPr>
        <p:txBody>
          <a:bodyPr anchorCtr="0" anchor="t" bIns="0" lIns="0" spcFirstLastPara="1" rIns="0" wrap="square" tIns="163825">
            <a:spAutoFit/>
          </a:bodyPr>
          <a:lstStyle/>
          <a:p>
            <a:pPr indent="0" lvl="0" marL="0" marR="838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hire_date, employee_id, job_id  FROM employees</a:t>
            </a:r>
            <a:endParaRPr sz="1800">
              <a:latin typeface="Courier New"/>
              <a:ea typeface="Courier New"/>
              <a:cs typeface="Courier New"/>
              <a:sym typeface="Courier New"/>
            </a:endParaRPr>
          </a:p>
          <a:p>
            <a:pPr indent="0" lvl="0" marL="136525"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UNION</a:t>
            </a:r>
            <a:endParaRPr sz="1800">
              <a:latin typeface="Courier New"/>
              <a:ea typeface="Courier New"/>
              <a:cs typeface="Courier New"/>
              <a:sym typeface="Courier New"/>
            </a:endParaRPr>
          </a:p>
          <a:p>
            <a:pPr indent="0" lvl="0" marL="0" marR="62738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TO_DATE(NULL),employee_id,  job_id</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job_history;</a:t>
            </a:r>
            <a:endParaRPr sz="1800">
              <a:latin typeface="Courier New"/>
              <a:ea typeface="Courier New"/>
              <a:cs typeface="Courier New"/>
              <a:sym typeface="Courier New"/>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26"/>
          <p:cNvSpPr txBox="1"/>
          <p:nvPr>
            <p:ph type="title"/>
          </p:nvPr>
        </p:nvSpPr>
        <p:spPr>
          <a:xfrm>
            <a:off x="392112" y="748031"/>
            <a:ext cx="4826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Ejemplos de Operadores Set</a:t>
            </a:r>
            <a:endParaRPr sz="3300"/>
          </a:p>
        </p:txBody>
      </p:sp>
      <p:sp>
        <p:nvSpPr>
          <p:cNvPr id="237" name="Google Shape;237;p26"/>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38" name="Google Shape;238;p26"/>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39" name="Google Shape;239;p26"/>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0" name="Google Shape;240;p26"/>
          <p:cNvSpPr txBox="1"/>
          <p:nvPr/>
        </p:nvSpPr>
        <p:spPr>
          <a:xfrm>
            <a:off x="483552" y="1415417"/>
            <a:ext cx="7941945" cy="3345179"/>
          </a:xfrm>
          <a:prstGeom prst="rect">
            <a:avLst/>
          </a:prstGeom>
          <a:noFill/>
          <a:ln>
            <a:noFill/>
          </a:ln>
        </p:spPr>
        <p:txBody>
          <a:bodyPr anchorCtr="0" anchor="t" bIns="0" lIns="0" spcFirstLastPara="1" rIns="0" wrap="square" tIns="59675">
            <a:spAutoFit/>
          </a:bodyPr>
          <a:lstStyle/>
          <a:p>
            <a:pPr indent="-177800" lvl="0" marL="184785" marR="81597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palabra clave NULL se puede utilizar para que  coincida con las columnas de una lista SELECT</a:t>
            </a:r>
            <a:endParaRPr sz="2800">
              <a:latin typeface="Calibri"/>
              <a:ea typeface="Calibri"/>
              <a:cs typeface="Calibri"/>
              <a:sym typeface="Calibri"/>
            </a:endParaRPr>
          </a:p>
          <a:p>
            <a:pPr indent="-177800" lvl="0" marL="184785" marR="0"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 incluye un valor NULL para cada columna que falte</a:t>
            </a:r>
            <a:endParaRPr sz="2800">
              <a:latin typeface="Calibri"/>
              <a:ea typeface="Calibri"/>
              <a:cs typeface="Calibri"/>
              <a:sym typeface="Calibri"/>
            </a:endParaRPr>
          </a:p>
          <a:p>
            <a:pPr indent="-177800" lvl="0" marL="184785"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Además, se formatea el valor NULL para que coincida  con el tipo de dato de la columna a la que representa,  por lo que las funciones TO_CHAR, TO_DATE o  TO_NUMBER se utilizan para lograr listas SELECT  idénticas</a:t>
            </a:r>
            <a:endParaRPr sz="2800">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type="title"/>
          </p:nvPr>
        </p:nvSpPr>
        <p:spPr>
          <a:xfrm>
            <a:off x="392112" y="748031"/>
            <a:ext cx="5181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ORDER BY en Operaciones SET</a:t>
            </a:r>
            <a:endParaRPr sz="3300"/>
          </a:p>
        </p:txBody>
      </p:sp>
      <p:sp>
        <p:nvSpPr>
          <p:cNvPr id="246" name="Google Shape;246;p27"/>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47" name="Google Shape;247;p27"/>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48" name="Google Shape;248;p27"/>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9" name="Google Shape;249;p27"/>
          <p:cNvSpPr txBox="1"/>
          <p:nvPr/>
        </p:nvSpPr>
        <p:spPr>
          <a:xfrm>
            <a:off x="483552" y="1415417"/>
            <a:ext cx="7993380" cy="2858770"/>
          </a:xfrm>
          <a:prstGeom prst="rect">
            <a:avLst/>
          </a:prstGeom>
          <a:noFill/>
          <a:ln>
            <a:noFill/>
          </a:ln>
        </p:spPr>
        <p:txBody>
          <a:bodyPr anchorCtr="0" anchor="t" bIns="0" lIns="0" spcFirstLastPara="1" rIns="0" wrap="square" tIns="59675">
            <a:spAutoFit/>
          </a:bodyPr>
          <a:lstStyle/>
          <a:p>
            <a:pPr indent="-177800" lvl="0" marL="184785" marR="36830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 controlar el orden de las filas devueltas al  utilizar operadores SET en la consulta, la sentencia  ORDER BY solo se debe utilizar una vez, en la última  sentencia SELECT de la consulta</a:t>
            </a:r>
            <a:endParaRPr sz="2800">
              <a:latin typeface="Calibri"/>
              <a:ea typeface="Calibri"/>
              <a:cs typeface="Calibri"/>
              <a:sym typeface="Calibri"/>
            </a:endParaRPr>
          </a:p>
          <a:p>
            <a:pPr indent="-177800" lvl="0" marL="184785" marR="508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Mediante el ejemplo de la consulta anterior,  podríamos utilizar ORDER BY en employee_id para ver  los cargos que haya ocupado cada empleado</a:t>
            </a:r>
            <a:endParaRPr sz="2800">
              <a:latin typeface="Calibri"/>
              <a:ea typeface="Calibri"/>
              <a:cs typeface="Calibri"/>
              <a:sym typeface="Calibri"/>
            </a:endParaRPr>
          </a:p>
        </p:txBody>
      </p:sp>
      <p:sp>
        <p:nvSpPr>
          <p:cNvPr id="250" name="Google Shape;250;p27"/>
          <p:cNvSpPr txBox="1"/>
          <p:nvPr/>
        </p:nvSpPr>
        <p:spPr>
          <a:xfrm>
            <a:off x="1716023" y="4416552"/>
            <a:ext cx="5712460" cy="165100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9111"/>
              </a:lnSpc>
              <a:spcBef>
                <a:spcPts val="0"/>
              </a:spcBef>
              <a:spcAft>
                <a:spcPts val="0"/>
              </a:spcAft>
              <a:buNone/>
            </a:pPr>
            <a:r>
              <a:rPr b="1" lang="en-US" sz="1800">
                <a:solidFill>
                  <a:srgbClr val="4E3629"/>
                </a:solidFill>
                <a:latin typeface="Courier New"/>
                <a:ea typeface="Courier New"/>
                <a:cs typeface="Courier New"/>
                <a:sym typeface="Courier New"/>
              </a:rPr>
              <a:t>SELECT hire_date, employee_id, job_id</a:t>
            </a:r>
            <a:endParaRPr sz="1800">
              <a:latin typeface="Courier New"/>
              <a:ea typeface="Courier New"/>
              <a:cs typeface="Courier New"/>
              <a:sym typeface="Courier New"/>
            </a:endParaRPr>
          </a:p>
          <a:p>
            <a:pPr indent="-137160" lvl="0" marL="137160" marR="379095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UNION</a:t>
            </a:r>
            <a:endParaRPr sz="1800">
              <a:latin typeface="Courier New"/>
              <a:ea typeface="Courier New"/>
              <a:cs typeface="Courier New"/>
              <a:sym typeface="Courier New"/>
            </a:endParaRPr>
          </a:p>
          <a:p>
            <a:pPr indent="0" lvl="0" marL="0" marR="243204"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TO_DATE(NULL),employee_id, job_id  FROM job_history</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employee_id;</a:t>
            </a:r>
            <a:endParaRPr sz="1800">
              <a:latin typeface="Courier New"/>
              <a:ea typeface="Courier New"/>
              <a:cs typeface="Courier New"/>
              <a:sym typeface="Courier New"/>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8"/>
          <p:cNvSpPr txBox="1"/>
          <p:nvPr>
            <p:ph type="title"/>
          </p:nvPr>
        </p:nvSpPr>
        <p:spPr>
          <a:xfrm>
            <a:off x="392112" y="748031"/>
            <a:ext cx="5181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ORDER BY en Operaciones SET</a:t>
            </a:r>
            <a:endParaRPr sz="3300"/>
          </a:p>
        </p:txBody>
      </p:sp>
      <p:sp>
        <p:nvSpPr>
          <p:cNvPr id="256" name="Google Shape;256;p28"/>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57" name="Google Shape;257;p28"/>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58" name="Google Shape;258;p28"/>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259" name="Google Shape;259;p28"/>
          <p:cNvGraphicFramePr/>
          <p:nvPr/>
        </p:nvGraphicFramePr>
        <p:xfrm>
          <a:off x="2281609" y="3181843"/>
          <a:ext cx="3000000" cy="3000000"/>
        </p:xfrm>
        <a:graphic>
          <a:graphicData uri="http://schemas.openxmlformats.org/drawingml/2006/table">
            <a:tbl>
              <a:tblPr bandRow="1" firstRow="1">
                <a:noFill/>
                <a:tableStyleId>{99AA116F-51E9-4D7C-A7E7-484E17ED40EF}</a:tableStyleId>
              </a:tblPr>
              <a:tblGrid>
                <a:gridCol w="1623700"/>
                <a:gridCol w="1623700"/>
                <a:gridCol w="1623700"/>
              </a:tblGrid>
              <a:tr h="3081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1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1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190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AD_PRES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AC_ACCOUNT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AC_MGR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13-Jan-1993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03-Jan-1990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21-May-1991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07-Feb-1999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
        <p:nvSpPr>
          <p:cNvPr id="260" name="Google Shape;260;p28"/>
          <p:cNvSpPr txBox="1"/>
          <p:nvPr/>
        </p:nvSpPr>
        <p:spPr>
          <a:xfrm>
            <a:off x="405384" y="1426463"/>
            <a:ext cx="8333740" cy="1651000"/>
          </a:xfrm>
          <a:prstGeom prst="rect">
            <a:avLst/>
          </a:prstGeom>
          <a:solidFill>
            <a:srgbClr val="9DBDC4">
              <a:alpha val="49804"/>
            </a:srgbClr>
          </a:solidFill>
          <a:ln>
            <a:noFill/>
          </a:ln>
        </p:spPr>
        <p:txBody>
          <a:bodyPr anchorCtr="0" anchor="t" bIns="0" lIns="0" spcFirstLastPara="1" rIns="0" wrap="square" tIns="0">
            <a:spAutoFit/>
          </a:bodyPr>
          <a:lstStyle/>
          <a:p>
            <a:pPr indent="0" lvl="0" marL="0" marR="0" rtl="0" algn="l">
              <a:lnSpc>
                <a:spcPct val="108888"/>
              </a:lnSpc>
              <a:spcBef>
                <a:spcPts val="0"/>
              </a:spcBef>
              <a:spcAft>
                <a:spcPts val="0"/>
              </a:spcAft>
              <a:buNone/>
            </a:pPr>
            <a:r>
              <a:rPr b="1" lang="en-US" sz="1800">
                <a:solidFill>
                  <a:srgbClr val="4E3629"/>
                </a:solidFill>
                <a:latin typeface="Courier New"/>
                <a:ea typeface="Courier New"/>
                <a:cs typeface="Courier New"/>
                <a:sym typeface="Courier New"/>
              </a:rPr>
              <a:t>SELECT hire_date, employee_id, job_id</a:t>
            </a:r>
            <a:endParaRPr sz="1800">
              <a:latin typeface="Courier New"/>
              <a:ea typeface="Courier New"/>
              <a:cs typeface="Courier New"/>
              <a:sym typeface="Courier New"/>
            </a:endParaRPr>
          </a:p>
          <a:p>
            <a:pPr indent="-136525" lvl="0" marL="136525" marR="641350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FROM employees  UNION</a:t>
            </a:r>
            <a:endParaRPr sz="1800">
              <a:latin typeface="Courier New"/>
              <a:ea typeface="Courier New"/>
              <a:cs typeface="Courier New"/>
              <a:sym typeface="Courier New"/>
            </a:endParaRPr>
          </a:p>
          <a:p>
            <a:pPr indent="0" lvl="0" marL="0" marR="286512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TO_DATE(NULL),employee_id, job_id  FROM job_history</a:t>
            </a:r>
            <a:endParaRPr sz="1800">
              <a:latin typeface="Courier New"/>
              <a:ea typeface="Courier New"/>
              <a:cs typeface="Courier New"/>
              <a:sym typeface="Courier New"/>
            </a:endParaRPr>
          </a:p>
          <a:p>
            <a:pPr indent="0" lvl="0" marL="0" marR="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ORDER BY employee_id;</a:t>
            </a:r>
            <a:endParaRPr sz="1800">
              <a:latin typeface="Courier New"/>
              <a:ea typeface="Courier New"/>
              <a:cs typeface="Courier New"/>
              <a:sym typeface="Courier New"/>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9"/>
          <p:cNvSpPr txBox="1"/>
          <p:nvPr>
            <p:ph type="title"/>
          </p:nvPr>
        </p:nvSpPr>
        <p:spPr>
          <a:xfrm>
            <a:off x="392112" y="748031"/>
            <a:ext cx="5181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ORDER BY en Operaciones SET</a:t>
            </a:r>
            <a:endParaRPr sz="3300"/>
          </a:p>
        </p:txBody>
      </p:sp>
      <p:sp>
        <p:nvSpPr>
          <p:cNvPr id="266" name="Google Shape;266;p29"/>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67" name="Google Shape;267;p29"/>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68" name="Google Shape;268;p29"/>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69" name="Google Shape;269;p29"/>
          <p:cNvSpPr txBox="1"/>
          <p:nvPr/>
        </p:nvSpPr>
        <p:spPr>
          <a:xfrm>
            <a:off x="483552" y="1415417"/>
            <a:ext cx="8121015" cy="2372995"/>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Podríamos mejorar la capacidad de lectura de la salida,  incluyendo las columnas de fecha de inicio y fecha de  finalización de la tabla de historial de cargos; para ello,  sería necesario hacer coincidir las columnas de ambas  consultas, agregando dos columnas TO_DATE(NULL)  más a la primera consulta</a:t>
            </a:r>
            <a:endParaRPr sz="2800">
              <a:latin typeface="Calibri"/>
              <a:ea typeface="Calibri"/>
              <a:cs typeface="Calibri"/>
              <a:sym typeface="Calibri"/>
            </a:endParaRPr>
          </a:p>
        </p:txBody>
      </p:sp>
      <p:sp>
        <p:nvSpPr>
          <p:cNvPr id="270" name="Google Shape;270;p29"/>
          <p:cNvSpPr txBox="1"/>
          <p:nvPr/>
        </p:nvSpPr>
        <p:spPr>
          <a:xfrm>
            <a:off x="405384" y="3829811"/>
            <a:ext cx="8357870" cy="2237740"/>
          </a:xfrm>
          <a:prstGeom prst="rect">
            <a:avLst/>
          </a:prstGeom>
          <a:solidFill>
            <a:srgbClr val="9DBDC4">
              <a:alpha val="49804"/>
            </a:srgbClr>
          </a:solidFill>
          <a:ln>
            <a:noFill/>
          </a:ln>
        </p:spPr>
        <p:txBody>
          <a:bodyPr anchorCtr="0" anchor="t" bIns="0" lIns="0" spcFirstLastPara="1" rIns="0" wrap="square" tIns="2525">
            <a:spAutoFit/>
          </a:bodyPr>
          <a:lstStyle/>
          <a:p>
            <a:pPr indent="-408940" lvl="0" marL="408940" marR="707390"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SELECT hire_date, employee_id, TO_DATE(null) start_date,  TO_DATE(null) end_date, job_id, department_id</a:t>
            </a:r>
            <a:endParaRPr sz="1800">
              <a:latin typeface="Courier New"/>
              <a:ea typeface="Courier New"/>
              <a:cs typeface="Courier New"/>
              <a:sym typeface="Courier New"/>
            </a:endParaRPr>
          </a:p>
          <a:p>
            <a:pPr indent="-135890" lvl="0" marL="135890" marR="616521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FROM	employees  UNION</a:t>
            </a:r>
            <a:endParaRPr sz="1800">
              <a:latin typeface="Courier New"/>
              <a:ea typeface="Courier New"/>
              <a:cs typeface="Courier New"/>
              <a:sym typeface="Courier New"/>
            </a:endParaRPr>
          </a:p>
          <a:p>
            <a:pPr indent="0" lvl="0" marL="0" marR="707390"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SELECT TO_DATE(null), employee_id, start_date, end_date,  job_id, department_id</a:t>
            </a:r>
            <a:endParaRPr sz="1800">
              <a:latin typeface="Courier New"/>
              <a:ea typeface="Courier New"/>
              <a:cs typeface="Courier New"/>
              <a:sym typeface="Courier New"/>
            </a:endParaRPr>
          </a:p>
          <a:p>
            <a:pPr indent="0" lvl="0" marL="0" marR="5481955" rtl="0" algn="l">
              <a:lnSpc>
                <a:spcPct val="120000"/>
              </a:lnSpc>
              <a:spcBef>
                <a:spcPts val="0"/>
              </a:spcBef>
              <a:spcAft>
                <a:spcPts val="0"/>
              </a:spcAft>
              <a:buNone/>
            </a:pPr>
            <a:r>
              <a:rPr b="1" lang="en-US" sz="1800">
                <a:solidFill>
                  <a:srgbClr val="4E3629"/>
                </a:solidFill>
                <a:latin typeface="Courier New"/>
                <a:ea typeface="Courier New"/>
                <a:cs typeface="Courier New"/>
                <a:sym typeface="Courier New"/>
              </a:rPr>
              <a:t>FROM job_history  ORDER BY employee_id;</a:t>
            </a:r>
            <a:endParaRPr sz="1800">
              <a:latin typeface="Courier New"/>
              <a:ea typeface="Courier New"/>
              <a:cs typeface="Courier New"/>
              <a:sym typeface="Courier New"/>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0"/>
          <p:cNvSpPr txBox="1"/>
          <p:nvPr>
            <p:ph type="title"/>
          </p:nvPr>
        </p:nvSpPr>
        <p:spPr>
          <a:xfrm>
            <a:off x="392112" y="748031"/>
            <a:ext cx="5181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ORDER BY en Operaciones SET</a:t>
            </a:r>
            <a:endParaRPr sz="3300"/>
          </a:p>
        </p:txBody>
      </p:sp>
      <p:sp>
        <p:nvSpPr>
          <p:cNvPr id="276" name="Google Shape;276;p30"/>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77" name="Google Shape;277;p30"/>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78" name="Google Shape;278;p30"/>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graphicFrame>
        <p:nvGraphicFramePr>
          <p:cNvPr id="279" name="Google Shape;279;p30"/>
          <p:cNvGraphicFramePr/>
          <p:nvPr/>
        </p:nvGraphicFramePr>
        <p:xfrm>
          <a:off x="531925" y="1640814"/>
          <a:ext cx="3000000" cy="3000000"/>
        </p:xfrm>
        <a:graphic>
          <a:graphicData uri="http://schemas.openxmlformats.org/drawingml/2006/table">
            <a:tbl>
              <a:tblPr bandRow="1" firstRow="1">
                <a:noFill/>
                <a:tableStyleId>{99AA116F-51E9-4D7C-A7E7-484E17ED40EF}</a:tableStyleId>
              </a:tblPr>
              <a:tblGrid>
                <a:gridCol w="1272550"/>
                <a:gridCol w="1334125"/>
                <a:gridCol w="1247150"/>
                <a:gridCol w="1284600"/>
                <a:gridCol w="1309375"/>
                <a:gridCol w="1621150"/>
              </a:tblGrid>
              <a:tr h="3195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HIRE_DATE</a:t>
                      </a:r>
                      <a:endParaRPr sz="1600" u="none" cap="none" strike="noStrike">
                        <a:latin typeface="Calibri"/>
                        <a:ea typeface="Calibri"/>
                        <a:cs typeface="Calibri"/>
                        <a:sym typeface="Calibri"/>
                      </a:endParaRPr>
                    </a:p>
                  </a:txBody>
                  <a:tcPr marT="2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EMPLOYEE_ID</a:t>
                      </a:r>
                      <a:endParaRPr sz="1600" u="none" cap="none" strike="noStrike">
                        <a:latin typeface="Calibri"/>
                        <a:ea typeface="Calibri"/>
                        <a:cs typeface="Calibri"/>
                        <a:sym typeface="Calibri"/>
                      </a:endParaRPr>
                    </a:p>
                  </a:txBody>
                  <a:tcPr marT="2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START_DATE</a:t>
                      </a:r>
                      <a:endParaRPr sz="1600" u="none" cap="none" strike="noStrike">
                        <a:latin typeface="Calibri"/>
                        <a:ea typeface="Calibri"/>
                        <a:cs typeface="Calibri"/>
                        <a:sym typeface="Calibri"/>
                      </a:endParaRPr>
                    </a:p>
                  </a:txBody>
                  <a:tcPr marT="2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END_DATE</a:t>
                      </a:r>
                      <a:endParaRPr sz="1600" u="none" cap="none" strike="noStrike">
                        <a:latin typeface="Calibri"/>
                        <a:ea typeface="Calibri"/>
                        <a:cs typeface="Calibri"/>
                        <a:sym typeface="Calibri"/>
                      </a:endParaRPr>
                    </a:p>
                  </a:txBody>
                  <a:tcPr marT="2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2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DEPARTMENT_ID</a:t>
                      </a:r>
                      <a:endParaRPr sz="1600" u="none" cap="none" strike="noStrike">
                        <a:latin typeface="Calibri"/>
                        <a:ea typeface="Calibri"/>
                        <a:cs typeface="Calibri"/>
                        <a:sym typeface="Calibri"/>
                      </a:endParaRPr>
                    </a:p>
                  </a:txBody>
                  <a:tcPr marT="2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17-Jun-1987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AD_PRES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175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21-Sep-1989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27-Oct-1993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AC_ACCOUNT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28-Oct-1993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15-Mar-1997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AC_MGR</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13-Jan-1993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13-Jan-1993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24-Jul-1998</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03-Jan-1990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21-May-1991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07-Feb-1999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239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107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IT_PROG</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60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114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24-Mar-1998</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31-Dec-1999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122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01-Jan-1999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31-Dec-1999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16-Nov-1999</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02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124</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ST_MAN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17-Oct-1995</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141</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29-Jan-1997</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142</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15-Mar-1998</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143</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3660"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ST_CLERK</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50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r h="243850">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c>
                  <a:txBody>
                    <a:bodyPr/>
                    <a:lstStyle/>
                    <a:p>
                      <a:pPr indent="0" lvl="0" marL="74295" marR="0" rtl="0" algn="l">
                        <a:lnSpc>
                          <a:spcPct val="11375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solidFill>
                      <a:srgbClr val="DFE1E0"/>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392112" y="748031"/>
            <a:ext cx="2229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Terminología</a:t>
            </a:r>
            <a:endParaRPr sz="3300"/>
          </a:p>
        </p:txBody>
      </p:sp>
      <p:sp>
        <p:nvSpPr>
          <p:cNvPr id="285" name="Google Shape;285;p31"/>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86" name="Google Shape;286;p31"/>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287" name="Google Shape;287;p31"/>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8" name="Google Shape;288;p31"/>
          <p:cNvSpPr txBox="1"/>
          <p:nvPr/>
        </p:nvSpPr>
        <p:spPr>
          <a:xfrm>
            <a:off x="483552" y="1415417"/>
            <a:ext cx="7702550" cy="3119120"/>
          </a:xfrm>
          <a:prstGeom prst="rect">
            <a:avLst/>
          </a:prstGeom>
          <a:noFill/>
          <a:ln>
            <a:noFill/>
          </a:ln>
        </p:spPr>
        <p:txBody>
          <a:bodyPr anchorCtr="0" anchor="t" bIns="0" lIns="0" spcFirstLastPara="1" rIns="0" wrap="square" tIns="59675">
            <a:spAutoFit/>
          </a:bodyPr>
          <a:lstStyle/>
          <a:p>
            <a:pPr indent="-177800" lvl="0" marL="184785"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marR="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INTERSECT</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MINUS</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Operadores SET</a:t>
            </a:r>
            <a:endParaRPr sz="2400">
              <a:latin typeface="Calibri"/>
              <a:ea typeface="Calibri"/>
              <a:cs typeface="Calibri"/>
              <a:sym typeface="Calibri"/>
            </a:endParaRPr>
          </a:p>
          <a:p>
            <a:pPr indent="0" lvl="0" marL="355600" marR="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TO_CHAR(null): que coincide con la lista SELECT</a:t>
            </a:r>
            <a:endParaRPr sz="2400">
              <a:latin typeface="Calibri"/>
              <a:ea typeface="Calibri"/>
              <a:cs typeface="Calibri"/>
              <a:sym typeface="Calibri"/>
            </a:endParaRPr>
          </a:p>
          <a:p>
            <a:pPr indent="0" lvl="0" marL="355600" marR="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UNION</a:t>
            </a:r>
            <a:endParaRPr sz="2400">
              <a:latin typeface="Calibri"/>
              <a:ea typeface="Calibri"/>
              <a:cs typeface="Calibri"/>
              <a:sym typeface="Calibri"/>
            </a:endParaRPr>
          </a:p>
          <a:p>
            <a:pPr indent="0" lvl="0" marL="355600" marR="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UNION ALL</a:t>
            </a:r>
            <a:endParaRPr sz="240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2"/>
          <p:cNvSpPr txBox="1"/>
          <p:nvPr>
            <p:ph type="title"/>
          </p:nvPr>
        </p:nvSpPr>
        <p:spPr>
          <a:xfrm>
            <a:off x="392112" y="748031"/>
            <a:ext cx="16020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3300"/>
              <a:t>Resumen</a:t>
            </a:r>
            <a:endParaRPr sz="3300"/>
          </a:p>
        </p:txBody>
      </p:sp>
      <p:sp>
        <p:nvSpPr>
          <p:cNvPr id="294" name="Google Shape;294;p32"/>
          <p:cNvSpPr txBox="1"/>
          <p:nvPr/>
        </p:nvSpPr>
        <p:spPr>
          <a:xfrm>
            <a:off x="483552" y="1393401"/>
            <a:ext cx="7546975" cy="2275840"/>
          </a:xfrm>
          <a:prstGeom prst="rect">
            <a:avLst/>
          </a:prstGeom>
          <a:noFill/>
          <a:ln>
            <a:noFill/>
          </a:ln>
        </p:spPr>
        <p:txBody>
          <a:bodyPr anchorCtr="0" anchor="t" bIns="0" lIns="0" spcFirstLastPara="1" rIns="0" wrap="square" tIns="34275">
            <a:spAutoFit/>
          </a:bodyPr>
          <a:lstStyle/>
          <a:p>
            <a:pPr indent="-177800" lvl="0" marL="184785" marR="0"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0" lvl="0" marL="355600" marR="0" rtl="0" algn="l">
              <a:lnSpc>
                <a:spcPct val="100000"/>
              </a:lnSpc>
              <a:spcBef>
                <a:spcPts val="14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y explicar el objetivo de los operadores SET</a:t>
            </a:r>
            <a:endParaRPr sz="2400">
              <a:latin typeface="Calibri"/>
              <a:ea typeface="Calibri"/>
              <a:cs typeface="Calibri"/>
              <a:sym typeface="Calibri"/>
            </a:endParaRPr>
          </a:p>
          <a:p>
            <a:pPr indent="-175260" lvl="0" marL="530860" marR="14478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un operador SET para combinar varias consultas  en una sola</a:t>
            </a:r>
            <a:endParaRPr sz="2400">
              <a:latin typeface="Calibri"/>
              <a:ea typeface="Calibri"/>
              <a:cs typeface="Calibri"/>
              <a:sym typeface="Calibri"/>
            </a:endParaRPr>
          </a:p>
          <a:p>
            <a:pPr indent="-175260" lvl="0" marL="530860" marR="526415" rtl="0" algn="l">
              <a:lnSpc>
                <a:spcPct val="107916"/>
              </a:lnSpc>
              <a:spcBef>
                <a:spcPts val="40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Controlar el orden de las filas devueltas al utilizar los  operadores SET</a:t>
            </a:r>
            <a:endParaRPr sz="2400">
              <a:latin typeface="Calibri"/>
              <a:ea typeface="Calibri"/>
              <a:cs typeface="Calibri"/>
              <a:sym typeface="Calibri"/>
            </a:endParaRPr>
          </a:p>
        </p:txBody>
      </p:sp>
      <p:grpSp>
        <p:nvGrpSpPr>
          <p:cNvPr id="295" name="Google Shape;295;p32"/>
          <p:cNvGrpSpPr/>
          <p:nvPr/>
        </p:nvGrpSpPr>
        <p:grpSpPr>
          <a:xfrm>
            <a:off x="4183379" y="3843528"/>
            <a:ext cx="4140708" cy="2261615"/>
            <a:chOff x="4183379" y="3843528"/>
            <a:chExt cx="4140708" cy="2261615"/>
          </a:xfrm>
        </p:grpSpPr>
        <p:pic>
          <p:nvPicPr>
            <p:cNvPr id="296" name="Google Shape;296;p32"/>
            <p:cNvPicPr preferRelativeResize="0"/>
            <p:nvPr/>
          </p:nvPicPr>
          <p:blipFill rotWithShape="1">
            <a:blip r:embed="rId3">
              <a:alphaModFix/>
            </a:blip>
            <a:srcRect b="0" l="0" r="0" t="0"/>
            <a:stretch/>
          </p:blipFill>
          <p:spPr>
            <a:xfrm>
              <a:off x="4183379" y="3843528"/>
              <a:ext cx="4140708" cy="2261615"/>
            </a:xfrm>
            <a:prstGeom prst="rect">
              <a:avLst/>
            </a:prstGeom>
            <a:noFill/>
            <a:ln>
              <a:noFill/>
            </a:ln>
          </p:spPr>
        </p:pic>
        <p:pic>
          <p:nvPicPr>
            <p:cNvPr id="297" name="Google Shape;297;p32"/>
            <p:cNvPicPr preferRelativeResize="0"/>
            <p:nvPr/>
          </p:nvPicPr>
          <p:blipFill rotWithShape="1">
            <a:blip r:embed="rId4">
              <a:alphaModFix/>
            </a:blip>
            <a:srcRect b="0" l="0" r="0" t="0"/>
            <a:stretch/>
          </p:blipFill>
          <p:spPr>
            <a:xfrm>
              <a:off x="4375404" y="4035552"/>
              <a:ext cx="3756659" cy="1877555"/>
            </a:xfrm>
            <a:prstGeom prst="rect">
              <a:avLst/>
            </a:prstGeom>
            <a:noFill/>
            <a:ln>
              <a:noFill/>
            </a:ln>
          </p:spPr>
        </p:pic>
      </p:grpSp>
      <p:sp>
        <p:nvSpPr>
          <p:cNvPr id="298" name="Google Shape;298;p32"/>
          <p:cNvSpPr txBox="1"/>
          <p:nvPr>
            <p:ph idx="10" type="dt"/>
          </p:nvPr>
        </p:nvSpPr>
        <p:spPr>
          <a:xfrm>
            <a:off x="2874191" y="6516395"/>
            <a:ext cx="12060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9-3</a:t>
            </a:r>
            <a:endParaRPr/>
          </a:p>
          <a:p>
            <a:pPr indent="0" lvl="0" marL="12700" rtl="0" algn="l">
              <a:lnSpc>
                <a:spcPct val="120624"/>
              </a:lnSpc>
              <a:spcBef>
                <a:spcPts val="0"/>
              </a:spcBef>
              <a:spcAft>
                <a:spcPts val="0"/>
              </a:spcAft>
              <a:buNone/>
            </a:pPr>
            <a:r>
              <a:rPr lang="en-US"/>
              <a:t>Uso de los Operadores SET</a:t>
            </a:r>
            <a:endParaRPr/>
          </a:p>
        </p:txBody>
      </p:sp>
      <p:sp>
        <p:nvSpPr>
          <p:cNvPr id="299" name="Google Shape;299;p32"/>
          <p:cNvSpPr txBox="1"/>
          <p:nvPr>
            <p:ph idx="12" type="sldNum"/>
          </p:nvPr>
        </p:nvSpPr>
        <p:spPr>
          <a:xfrm>
            <a:off x="8725090" y="6567768"/>
            <a:ext cx="204600" cy="153900"/>
          </a:xfrm>
          <a:prstGeom prst="rect">
            <a:avLst/>
          </a:prstGeom>
          <a:noFill/>
          <a:ln>
            <a:noFill/>
          </a:ln>
        </p:spPr>
        <p:txBody>
          <a:bodyPr anchorCtr="0" anchor="t" bIns="0" lIns="0" spcFirstLastPara="1" rIns="0" wrap="square" tIns="0">
            <a:spAutoFit/>
          </a:bodyPr>
          <a:lstStyle/>
          <a:p>
            <a:pPr indent="0" lvl="0" marL="38100" rtl="0" algn="l">
              <a:spcBef>
                <a:spcPts val="0"/>
              </a:spcBef>
              <a:spcAft>
                <a:spcPts val="0"/>
              </a:spcAft>
              <a:buClr>
                <a:srgbClr val="000000"/>
              </a:buClr>
              <a:buFont typeface="Arial"/>
              <a:buNone/>
            </a:pPr>
            <a:fld id="{00000000-1234-1234-1234-123412341234}" type="slidenum">
              <a:rPr lang="en-US"/>
              <a:t>‹#›</a:t>
            </a:fld>
            <a:endParaRPr b="0">
              <a:solidFill>
                <a:schemeClr val="dk2"/>
              </a:solidFill>
              <a:latin typeface="Arial"/>
              <a:ea typeface="Arial"/>
              <a:cs typeface="Arial"/>
              <a:sym typeface="Arial"/>
            </a:endParaRPr>
          </a:p>
        </p:txBody>
      </p:sp>
      <p:sp>
        <p:nvSpPr>
          <p:cNvPr id="300" name="Google Shape;300;p32"/>
          <p:cNvSpPr txBox="1"/>
          <p:nvPr>
            <p:ph idx="11" type="ftr"/>
          </p:nvPr>
        </p:nvSpPr>
        <p:spPr>
          <a:xfrm>
            <a:off x="5172119" y="6589648"/>
            <a:ext cx="32220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